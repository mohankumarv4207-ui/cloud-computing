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C7D8D7-DB6C-42DE-BF3A-9197AA8B98BA}" v="106" dt="2026-07-21T05:31:58.9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82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n kumar Vallapu" userId="66b7f94ed0993c67" providerId="LiveId" clId="{C1563B95-3C19-48AB-AB8A-D6FF3954A3C8}"/>
    <pc:docChg chg="undo custSel modSld">
      <pc:chgData name="Mohan kumar Vallapu" userId="66b7f94ed0993c67" providerId="LiveId" clId="{C1563B95-3C19-48AB-AB8A-D6FF3954A3C8}" dt="2026-07-21T05:32:13.777" v="537" actId="1076"/>
      <pc:docMkLst>
        <pc:docMk/>
      </pc:docMkLst>
      <pc:sldChg chg="delSp modSp mod">
        <pc:chgData name="Mohan kumar Vallapu" userId="66b7f94ed0993c67" providerId="LiveId" clId="{C1563B95-3C19-48AB-AB8A-D6FF3954A3C8}" dt="2026-07-21T03:54:17.071" v="345" actId="478"/>
        <pc:sldMkLst>
          <pc:docMk/>
          <pc:sldMk cId="0" sldId="256"/>
        </pc:sldMkLst>
        <pc:spChg chg="mod">
          <ac:chgData name="Mohan kumar Vallapu" userId="66b7f94ed0993c67" providerId="LiveId" clId="{C1563B95-3C19-48AB-AB8A-D6FF3954A3C8}" dt="2026-07-21T02:57:34.251" v="95" actId="20577"/>
          <ac:spMkLst>
            <pc:docMk/>
            <pc:sldMk cId="0" sldId="256"/>
            <ac:spMk id="87" creationId="{00000000-0000-0000-0000-000000000000}"/>
          </ac:spMkLst>
        </pc:spChg>
        <pc:spChg chg="del">
          <ac:chgData name="Mohan kumar Vallapu" userId="66b7f94ed0993c67" providerId="LiveId" clId="{C1563B95-3C19-48AB-AB8A-D6FF3954A3C8}" dt="2026-07-21T03:54:03.949" v="342" actId="478"/>
          <ac:spMkLst>
            <pc:docMk/>
            <pc:sldMk cId="0" sldId="256"/>
            <ac:spMk id="92" creationId="{00000000-0000-0000-0000-000000000000}"/>
          </ac:spMkLst>
        </pc:spChg>
        <pc:spChg chg="del mod">
          <ac:chgData name="Mohan kumar Vallapu" userId="66b7f94ed0993c67" providerId="LiveId" clId="{C1563B95-3C19-48AB-AB8A-D6FF3954A3C8}" dt="2026-07-21T03:54:17.071" v="345" actId="478"/>
          <ac:spMkLst>
            <pc:docMk/>
            <pc:sldMk cId="0" sldId="256"/>
            <ac:spMk id="93" creationId="{00000000-0000-0000-0000-000000000000}"/>
          </ac:spMkLst>
        </pc:spChg>
      </pc:sldChg>
      <pc:sldChg chg="delSp modSp mod">
        <pc:chgData name="Mohan kumar Vallapu" userId="66b7f94ed0993c67" providerId="LiveId" clId="{C1563B95-3C19-48AB-AB8A-D6FF3954A3C8}" dt="2026-07-21T03:54:34.250" v="348" actId="478"/>
        <pc:sldMkLst>
          <pc:docMk/>
          <pc:sldMk cId="0" sldId="257"/>
        </pc:sldMkLst>
        <pc:spChg chg="mod">
          <ac:chgData name="Mohan kumar Vallapu" userId="66b7f94ed0993c67" providerId="LiveId" clId="{C1563B95-3C19-48AB-AB8A-D6FF3954A3C8}" dt="2026-07-21T02:49:50.778" v="67" actId="14100"/>
          <ac:spMkLst>
            <pc:docMk/>
            <pc:sldMk cId="0" sldId="257"/>
            <ac:spMk id="110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54:24.372" v="346" actId="20577"/>
          <ac:spMkLst>
            <pc:docMk/>
            <pc:sldMk cId="0" sldId="257"/>
            <ac:spMk id="114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2:51:59.485" v="75" actId="1076"/>
          <ac:spMkLst>
            <pc:docMk/>
            <pc:sldMk cId="0" sldId="257"/>
            <ac:spMk id="118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2:55:36.359" v="91" actId="1076"/>
          <ac:spMkLst>
            <pc:docMk/>
            <pc:sldMk cId="0" sldId="257"/>
            <ac:spMk id="119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2:55:40.673" v="92" actId="14100"/>
          <ac:spMkLst>
            <pc:docMk/>
            <pc:sldMk cId="0" sldId="257"/>
            <ac:spMk id="122" creationId="{00000000-0000-0000-0000-000000000000}"/>
          </ac:spMkLst>
        </pc:spChg>
        <pc:spChg chg="del">
          <ac:chgData name="Mohan kumar Vallapu" userId="66b7f94ed0993c67" providerId="LiveId" clId="{C1563B95-3C19-48AB-AB8A-D6FF3954A3C8}" dt="2026-07-21T03:54:34.250" v="348" actId="478"/>
          <ac:spMkLst>
            <pc:docMk/>
            <pc:sldMk cId="0" sldId="257"/>
            <ac:spMk id="123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54:31.810" v="347" actId="6549"/>
          <ac:spMkLst>
            <pc:docMk/>
            <pc:sldMk cId="0" sldId="257"/>
            <ac:spMk id="124" creationId="{00000000-0000-0000-0000-000000000000}"/>
          </ac:spMkLst>
        </pc:spChg>
      </pc:sldChg>
      <pc:sldChg chg="addSp delSp modSp mod">
        <pc:chgData name="Mohan kumar Vallapu" userId="66b7f94ed0993c67" providerId="LiveId" clId="{C1563B95-3C19-48AB-AB8A-D6FF3954A3C8}" dt="2026-07-21T03:54:42.613" v="351" actId="478"/>
        <pc:sldMkLst>
          <pc:docMk/>
          <pc:sldMk cId="0" sldId="258"/>
        </pc:sldMkLst>
        <pc:spChg chg="add mod">
          <ac:chgData name="Mohan kumar Vallapu" userId="66b7f94ed0993c67" providerId="LiveId" clId="{C1563B95-3C19-48AB-AB8A-D6FF3954A3C8}" dt="2026-07-21T02:58:53.902" v="106" actId="571"/>
          <ac:spMkLst>
            <pc:docMk/>
            <pc:sldMk cId="0" sldId="258"/>
            <ac:spMk id="2" creationId="{42AEC3AE-74BE-72FF-BF34-D198F2D31C6D}"/>
          </ac:spMkLst>
        </pc:spChg>
        <pc:spChg chg="mod">
          <ac:chgData name="Mohan kumar Vallapu" userId="66b7f94ed0993c67" providerId="LiveId" clId="{C1563B95-3C19-48AB-AB8A-D6FF3954A3C8}" dt="2026-07-21T02:58:27.413" v="102" actId="1076"/>
          <ac:spMkLst>
            <pc:docMk/>
            <pc:sldMk cId="0" sldId="258"/>
            <ac:spMk id="141" creationId="{00000000-0000-0000-0000-000000000000}"/>
          </ac:spMkLst>
        </pc:spChg>
        <pc:spChg chg="add del mod">
          <ac:chgData name="Mohan kumar Vallapu" userId="66b7f94ed0993c67" providerId="LiveId" clId="{C1563B95-3C19-48AB-AB8A-D6FF3954A3C8}" dt="2026-07-21T03:00:29.820" v="120" actId="1076"/>
          <ac:spMkLst>
            <pc:docMk/>
            <pc:sldMk cId="0" sldId="258"/>
            <ac:spMk id="142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2:59:48.685" v="114" actId="1076"/>
          <ac:spMkLst>
            <pc:docMk/>
            <pc:sldMk cId="0" sldId="258"/>
            <ac:spMk id="144" creationId="{00000000-0000-0000-0000-000000000000}"/>
          </ac:spMkLst>
        </pc:spChg>
        <pc:spChg chg="add del mod">
          <ac:chgData name="Mohan kumar Vallapu" userId="66b7f94ed0993c67" providerId="LiveId" clId="{C1563B95-3C19-48AB-AB8A-D6FF3954A3C8}" dt="2026-07-21T03:00:24.035" v="119" actId="14100"/>
          <ac:spMkLst>
            <pc:docMk/>
            <pc:sldMk cId="0" sldId="258"/>
            <ac:spMk id="145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01:13.476" v="121" actId="20577"/>
          <ac:spMkLst>
            <pc:docMk/>
            <pc:sldMk cId="0" sldId="258"/>
            <ac:spMk id="148" creationId="{00000000-0000-0000-0000-000000000000}"/>
          </ac:spMkLst>
        </pc:spChg>
        <pc:spChg chg="del">
          <ac:chgData name="Mohan kumar Vallapu" userId="66b7f94ed0993c67" providerId="LiveId" clId="{C1563B95-3C19-48AB-AB8A-D6FF3954A3C8}" dt="2026-07-21T03:54:39.746" v="349" actId="478"/>
          <ac:spMkLst>
            <pc:docMk/>
            <pc:sldMk cId="0" sldId="258"/>
            <ac:spMk id="149" creationId="{00000000-0000-0000-0000-000000000000}"/>
          </ac:spMkLst>
        </pc:spChg>
        <pc:spChg chg="del mod">
          <ac:chgData name="Mohan kumar Vallapu" userId="66b7f94ed0993c67" providerId="LiveId" clId="{C1563B95-3C19-48AB-AB8A-D6FF3954A3C8}" dt="2026-07-21T03:54:42.613" v="351" actId="478"/>
          <ac:spMkLst>
            <pc:docMk/>
            <pc:sldMk cId="0" sldId="258"/>
            <ac:spMk id="150" creationId="{00000000-0000-0000-0000-000000000000}"/>
          </ac:spMkLst>
        </pc:spChg>
        <pc:picChg chg="add mod">
          <ac:chgData name="Mohan kumar Vallapu" userId="66b7f94ed0993c67" providerId="LiveId" clId="{C1563B95-3C19-48AB-AB8A-D6FF3954A3C8}" dt="2026-07-21T03:01:22.530" v="124" actId="14100"/>
          <ac:picMkLst>
            <pc:docMk/>
            <pc:sldMk cId="0" sldId="258"/>
            <ac:picMk id="3" creationId="{B540ADBA-D110-78A5-AA94-99CBDDD8C36D}"/>
          </ac:picMkLst>
        </pc:picChg>
        <pc:picChg chg="add mod">
          <ac:chgData name="Mohan kumar Vallapu" userId="66b7f94ed0993c67" providerId="LiveId" clId="{C1563B95-3C19-48AB-AB8A-D6FF3954A3C8}" dt="2026-07-21T03:02:43.605" v="132" actId="14100"/>
          <ac:picMkLst>
            <pc:docMk/>
            <pc:sldMk cId="0" sldId="258"/>
            <ac:picMk id="5" creationId="{A79C06CB-74FF-9925-0161-7259E4204781}"/>
          </ac:picMkLst>
        </pc:picChg>
      </pc:sldChg>
      <pc:sldChg chg="delSp modSp mod">
        <pc:chgData name="Mohan kumar Vallapu" userId="66b7f94ed0993c67" providerId="LiveId" clId="{C1563B95-3C19-48AB-AB8A-D6FF3954A3C8}" dt="2026-07-21T05:23:53.003" v="522" actId="20577"/>
        <pc:sldMkLst>
          <pc:docMk/>
          <pc:sldMk cId="0" sldId="259"/>
        </pc:sldMkLst>
        <pc:spChg chg="mod">
          <ac:chgData name="Mohan kumar Vallapu" userId="66b7f94ed0993c67" providerId="LiveId" clId="{C1563B95-3C19-48AB-AB8A-D6FF3954A3C8}" dt="2026-07-21T05:11:18.716" v="410" actId="113"/>
          <ac:spMkLst>
            <pc:docMk/>
            <pc:sldMk cId="0" sldId="259"/>
            <ac:spMk id="165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5:11:54.884" v="414" actId="207"/>
          <ac:spMkLst>
            <pc:docMk/>
            <pc:sldMk cId="0" sldId="259"/>
            <ac:spMk id="167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5:12:23.501" v="419" actId="207"/>
          <ac:spMkLst>
            <pc:docMk/>
            <pc:sldMk cId="0" sldId="259"/>
            <ac:spMk id="169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5:16:25.708" v="448" actId="1076"/>
          <ac:spMkLst>
            <pc:docMk/>
            <pc:sldMk cId="0" sldId="259"/>
            <ac:spMk id="170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5:18:31.604" v="466" actId="207"/>
          <ac:spMkLst>
            <pc:docMk/>
            <pc:sldMk cId="0" sldId="259"/>
            <ac:spMk id="171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5:18:37.633" v="467" actId="207"/>
          <ac:spMkLst>
            <pc:docMk/>
            <pc:sldMk cId="0" sldId="259"/>
            <ac:spMk id="172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5:18:15.045" v="462" actId="1076"/>
          <ac:spMkLst>
            <pc:docMk/>
            <pc:sldMk cId="0" sldId="259"/>
            <ac:spMk id="173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5:23:36.573" v="511" actId="1076"/>
          <ac:spMkLst>
            <pc:docMk/>
            <pc:sldMk cId="0" sldId="259"/>
            <ac:spMk id="181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5:23:37.029" v="512" actId="1076"/>
          <ac:spMkLst>
            <pc:docMk/>
            <pc:sldMk cId="0" sldId="259"/>
            <ac:spMk id="182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5:20:00.038" v="474" actId="1076"/>
          <ac:spMkLst>
            <pc:docMk/>
            <pc:sldMk cId="0" sldId="259"/>
            <ac:spMk id="183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5:23:53.003" v="522" actId="20577"/>
          <ac:spMkLst>
            <pc:docMk/>
            <pc:sldMk cId="0" sldId="259"/>
            <ac:spMk id="184" creationId="{00000000-0000-0000-0000-000000000000}"/>
          </ac:spMkLst>
        </pc:spChg>
        <pc:spChg chg="del">
          <ac:chgData name="Mohan kumar Vallapu" userId="66b7f94ed0993c67" providerId="LiveId" clId="{C1563B95-3C19-48AB-AB8A-D6FF3954A3C8}" dt="2026-07-21T05:19:25.493" v="470" actId="478"/>
          <ac:spMkLst>
            <pc:docMk/>
            <pc:sldMk cId="0" sldId="259"/>
            <ac:spMk id="185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5:19:22.292" v="469" actId="6549"/>
          <ac:spMkLst>
            <pc:docMk/>
            <pc:sldMk cId="0" sldId="259"/>
            <ac:spMk id="186" creationId="{00000000-0000-0000-0000-000000000000}"/>
          </ac:spMkLst>
        </pc:spChg>
      </pc:sldChg>
      <pc:sldChg chg="addSp delSp modSp mod modNotes">
        <pc:chgData name="Mohan kumar Vallapu" userId="66b7f94ed0993c67" providerId="LiveId" clId="{C1563B95-3C19-48AB-AB8A-D6FF3954A3C8}" dt="2026-07-21T03:55:01.367" v="355" actId="478"/>
        <pc:sldMkLst>
          <pc:docMk/>
          <pc:sldMk cId="0" sldId="260"/>
        </pc:sldMkLst>
        <pc:spChg chg="add del">
          <ac:chgData name="Mohan kumar Vallapu" userId="66b7f94ed0993c67" providerId="LiveId" clId="{C1563B95-3C19-48AB-AB8A-D6FF3954A3C8}" dt="2026-07-21T03:05:44.119" v="142" actId="22"/>
          <ac:spMkLst>
            <pc:docMk/>
            <pc:sldMk cId="0" sldId="260"/>
            <ac:spMk id="3" creationId="{B0313AAF-72D8-96CD-5B3B-7324E80C084A}"/>
          </ac:spMkLst>
        </pc:spChg>
        <pc:spChg chg="mod">
          <ac:chgData name="Mohan kumar Vallapu" userId="66b7f94ed0993c67" providerId="LiveId" clId="{C1563B95-3C19-48AB-AB8A-D6FF3954A3C8}" dt="2026-07-21T03:08:22.305" v="160" actId="2711"/>
          <ac:spMkLst>
            <pc:docMk/>
            <pc:sldMk cId="0" sldId="260"/>
            <ac:spMk id="212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09:46.525" v="169" actId="2711"/>
          <ac:spMkLst>
            <pc:docMk/>
            <pc:sldMk cId="0" sldId="260"/>
            <ac:spMk id="213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45:27.197" v="328" actId="2711"/>
          <ac:spMkLst>
            <pc:docMk/>
            <pc:sldMk cId="0" sldId="260"/>
            <ac:spMk id="214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46:42.287" v="336" actId="2711"/>
          <ac:spMkLst>
            <pc:docMk/>
            <pc:sldMk cId="0" sldId="260"/>
            <ac:spMk id="215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08:28.050" v="161" actId="2711"/>
          <ac:spMkLst>
            <pc:docMk/>
            <pc:sldMk cId="0" sldId="260"/>
            <ac:spMk id="218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09:38.104" v="168" actId="2711"/>
          <ac:spMkLst>
            <pc:docMk/>
            <pc:sldMk cId="0" sldId="260"/>
            <ac:spMk id="219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45:41.012" v="329" actId="2711"/>
          <ac:spMkLst>
            <pc:docMk/>
            <pc:sldMk cId="0" sldId="260"/>
            <ac:spMk id="220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46:52.425" v="337" actId="2711"/>
          <ac:spMkLst>
            <pc:docMk/>
            <pc:sldMk cId="0" sldId="260"/>
            <ac:spMk id="221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08:40.292" v="162" actId="2711"/>
          <ac:spMkLst>
            <pc:docMk/>
            <pc:sldMk cId="0" sldId="260"/>
            <ac:spMk id="224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09:55.079" v="170" actId="2711"/>
          <ac:spMkLst>
            <pc:docMk/>
            <pc:sldMk cId="0" sldId="260"/>
            <ac:spMk id="225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45:50.344" v="330" actId="2711"/>
          <ac:spMkLst>
            <pc:docMk/>
            <pc:sldMk cId="0" sldId="260"/>
            <ac:spMk id="226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47:00.964" v="338" actId="2711"/>
          <ac:spMkLst>
            <pc:docMk/>
            <pc:sldMk cId="0" sldId="260"/>
            <ac:spMk id="227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08:47.862" v="163" actId="2711"/>
          <ac:spMkLst>
            <pc:docMk/>
            <pc:sldMk cId="0" sldId="260"/>
            <ac:spMk id="230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10:06.132" v="171" actId="2711"/>
          <ac:spMkLst>
            <pc:docMk/>
            <pc:sldMk cId="0" sldId="260"/>
            <ac:spMk id="231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46:13.614" v="333" actId="2711"/>
          <ac:spMkLst>
            <pc:docMk/>
            <pc:sldMk cId="0" sldId="260"/>
            <ac:spMk id="232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47:14.761" v="339" actId="2711"/>
          <ac:spMkLst>
            <pc:docMk/>
            <pc:sldMk cId="0" sldId="260"/>
            <ac:spMk id="233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08:59.856" v="164" actId="2711"/>
          <ac:spMkLst>
            <pc:docMk/>
            <pc:sldMk cId="0" sldId="260"/>
            <ac:spMk id="236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10:14.519" v="172" actId="2711"/>
          <ac:spMkLst>
            <pc:docMk/>
            <pc:sldMk cId="0" sldId="260"/>
            <ac:spMk id="237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46:22.495" v="334" actId="2711"/>
          <ac:spMkLst>
            <pc:docMk/>
            <pc:sldMk cId="0" sldId="260"/>
            <ac:spMk id="238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47:23.916" v="340" actId="2711"/>
          <ac:spMkLst>
            <pc:docMk/>
            <pc:sldMk cId="0" sldId="260"/>
            <ac:spMk id="239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09:26.248" v="167" actId="2711"/>
          <ac:spMkLst>
            <pc:docMk/>
            <pc:sldMk cId="0" sldId="260"/>
            <ac:spMk id="242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10:24.732" v="175" actId="2711"/>
          <ac:spMkLst>
            <pc:docMk/>
            <pc:sldMk cId="0" sldId="260"/>
            <ac:spMk id="243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46:33.012" v="335" actId="2711"/>
          <ac:spMkLst>
            <pc:docMk/>
            <pc:sldMk cId="0" sldId="260"/>
            <ac:spMk id="244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47:32.698" v="341" actId="2711"/>
          <ac:spMkLst>
            <pc:docMk/>
            <pc:sldMk cId="0" sldId="260"/>
            <ac:spMk id="245" creationId="{00000000-0000-0000-0000-000000000000}"/>
          </ac:spMkLst>
        </pc:spChg>
        <pc:spChg chg="del">
          <ac:chgData name="Mohan kumar Vallapu" userId="66b7f94ed0993c67" providerId="LiveId" clId="{C1563B95-3C19-48AB-AB8A-D6FF3954A3C8}" dt="2026-07-21T03:54:51.413" v="352" actId="478"/>
          <ac:spMkLst>
            <pc:docMk/>
            <pc:sldMk cId="0" sldId="260"/>
            <ac:spMk id="246" creationId="{00000000-0000-0000-0000-000000000000}"/>
          </ac:spMkLst>
        </pc:spChg>
        <pc:spChg chg="del mod">
          <ac:chgData name="Mohan kumar Vallapu" userId="66b7f94ed0993c67" providerId="LiveId" clId="{C1563B95-3C19-48AB-AB8A-D6FF3954A3C8}" dt="2026-07-21T03:55:01.367" v="355" actId="478"/>
          <ac:spMkLst>
            <pc:docMk/>
            <pc:sldMk cId="0" sldId="260"/>
            <ac:spMk id="247" creationId="{00000000-0000-0000-0000-000000000000}"/>
          </ac:spMkLst>
        </pc:spChg>
      </pc:sldChg>
      <pc:sldChg chg="delSp modSp mod">
        <pc:chgData name="Mohan kumar Vallapu" userId="66b7f94ed0993c67" providerId="LiveId" clId="{C1563B95-3C19-48AB-AB8A-D6FF3954A3C8}" dt="2026-07-21T03:55:21.642" v="363" actId="478"/>
        <pc:sldMkLst>
          <pc:docMk/>
          <pc:sldMk cId="0" sldId="261"/>
        </pc:sldMkLst>
        <pc:spChg chg="mod">
          <ac:chgData name="Mohan kumar Vallapu" userId="66b7f94ed0993c67" providerId="LiveId" clId="{C1563B95-3C19-48AB-AB8A-D6FF3954A3C8}" dt="2026-07-21T03:19:49.533" v="213" actId="20577"/>
          <ac:spMkLst>
            <pc:docMk/>
            <pc:sldMk cId="0" sldId="261"/>
            <ac:spMk id="261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19:17.181" v="209" actId="1076"/>
          <ac:spMkLst>
            <pc:docMk/>
            <pc:sldMk cId="0" sldId="261"/>
            <ac:spMk id="262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18:03.499" v="201" actId="1076"/>
          <ac:spMkLst>
            <pc:docMk/>
            <pc:sldMk cId="0" sldId="261"/>
            <ac:spMk id="263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20:18.804" v="217" actId="2711"/>
          <ac:spMkLst>
            <pc:docMk/>
            <pc:sldMk cId="0" sldId="261"/>
            <ac:spMk id="264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19:57.931" v="214" actId="1076"/>
          <ac:spMkLst>
            <pc:docMk/>
            <pc:sldMk cId="0" sldId="261"/>
            <ac:spMk id="265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18:15.575" v="202" actId="1076"/>
          <ac:spMkLst>
            <pc:docMk/>
            <pc:sldMk cId="0" sldId="261"/>
            <ac:spMk id="266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20:51.540" v="221" actId="20577"/>
          <ac:spMkLst>
            <pc:docMk/>
            <pc:sldMk cId="0" sldId="261"/>
            <ac:spMk id="267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20:48.407" v="220" actId="1076"/>
          <ac:spMkLst>
            <pc:docMk/>
            <pc:sldMk cId="0" sldId="261"/>
            <ac:spMk id="268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18:30.631" v="204" actId="1076"/>
          <ac:spMkLst>
            <pc:docMk/>
            <pc:sldMk cId="0" sldId="261"/>
            <ac:spMk id="269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21:58.537" v="224" actId="2711"/>
          <ac:spMkLst>
            <pc:docMk/>
            <pc:sldMk cId="0" sldId="261"/>
            <ac:spMk id="270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21:44.015" v="222" actId="1076"/>
          <ac:spMkLst>
            <pc:docMk/>
            <pc:sldMk cId="0" sldId="261"/>
            <ac:spMk id="271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18:36.841" v="205" actId="1076"/>
          <ac:spMkLst>
            <pc:docMk/>
            <pc:sldMk cId="0" sldId="261"/>
            <ac:spMk id="272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22:26.296" v="228" actId="20577"/>
          <ac:spMkLst>
            <pc:docMk/>
            <pc:sldMk cId="0" sldId="261"/>
            <ac:spMk id="273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22:11.508" v="225" actId="1076"/>
          <ac:spMkLst>
            <pc:docMk/>
            <pc:sldMk cId="0" sldId="261"/>
            <ac:spMk id="274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22:49.425" v="229" actId="1076"/>
          <ac:spMkLst>
            <pc:docMk/>
            <pc:sldMk cId="0" sldId="261"/>
            <ac:spMk id="275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13:05.372" v="178" actId="2711"/>
          <ac:spMkLst>
            <pc:docMk/>
            <pc:sldMk cId="0" sldId="261"/>
            <ac:spMk id="278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14:13.515" v="181" actId="2711"/>
          <ac:spMkLst>
            <pc:docMk/>
            <pc:sldMk cId="0" sldId="261"/>
            <ac:spMk id="282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16:00.226" v="184" actId="2711"/>
          <ac:spMkLst>
            <pc:docMk/>
            <pc:sldMk cId="0" sldId="261"/>
            <ac:spMk id="286" creationId="{00000000-0000-0000-0000-000000000000}"/>
          </ac:spMkLst>
        </pc:spChg>
        <pc:spChg chg="del">
          <ac:chgData name="Mohan kumar Vallapu" userId="66b7f94ed0993c67" providerId="LiveId" clId="{C1563B95-3C19-48AB-AB8A-D6FF3954A3C8}" dt="2026-07-21T03:55:21.642" v="363" actId="478"/>
          <ac:spMkLst>
            <pc:docMk/>
            <pc:sldMk cId="0" sldId="261"/>
            <ac:spMk id="287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55:18.808" v="362" actId="6549"/>
          <ac:spMkLst>
            <pc:docMk/>
            <pc:sldMk cId="0" sldId="261"/>
            <ac:spMk id="288" creationId="{00000000-0000-0000-0000-000000000000}"/>
          </ac:spMkLst>
        </pc:spChg>
      </pc:sldChg>
      <pc:sldChg chg="delSp modSp mod">
        <pc:chgData name="Mohan kumar Vallapu" userId="66b7f94ed0993c67" providerId="LiveId" clId="{C1563B95-3C19-48AB-AB8A-D6FF3954A3C8}" dt="2026-07-21T03:55:36.819" v="366" actId="478"/>
        <pc:sldMkLst>
          <pc:docMk/>
          <pc:sldMk cId="0" sldId="262"/>
        </pc:sldMkLst>
        <pc:spChg chg="mod">
          <ac:chgData name="Mohan kumar Vallapu" userId="66b7f94ed0993c67" providerId="LiveId" clId="{C1563B95-3C19-48AB-AB8A-D6FF3954A3C8}" dt="2026-07-21T03:23:34.774" v="233" actId="2711"/>
          <ac:spMkLst>
            <pc:docMk/>
            <pc:sldMk cId="0" sldId="262"/>
            <ac:spMk id="305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24:14.526" v="239" actId="14100"/>
          <ac:spMkLst>
            <pc:docMk/>
            <pc:sldMk cId="0" sldId="262"/>
            <ac:spMk id="309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24:38.536" v="243" actId="255"/>
          <ac:spMkLst>
            <pc:docMk/>
            <pc:sldMk cId="0" sldId="262"/>
            <ac:spMk id="313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25:07.264" v="247" actId="255"/>
          <ac:spMkLst>
            <pc:docMk/>
            <pc:sldMk cId="0" sldId="262"/>
            <ac:spMk id="317" creationId="{00000000-0000-0000-0000-000000000000}"/>
          </ac:spMkLst>
        </pc:spChg>
        <pc:spChg chg="del">
          <ac:chgData name="Mohan kumar Vallapu" userId="66b7f94ed0993c67" providerId="LiveId" clId="{C1563B95-3C19-48AB-AB8A-D6FF3954A3C8}" dt="2026-07-21T03:55:36.819" v="366" actId="478"/>
          <ac:spMkLst>
            <pc:docMk/>
            <pc:sldMk cId="0" sldId="262"/>
            <ac:spMk id="318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55:34.283" v="365" actId="6549"/>
          <ac:spMkLst>
            <pc:docMk/>
            <pc:sldMk cId="0" sldId="262"/>
            <ac:spMk id="319" creationId="{00000000-0000-0000-0000-000000000000}"/>
          </ac:spMkLst>
        </pc:spChg>
      </pc:sldChg>
      <pc:sldChg chg="delSp modSp mod">
        <pc:chgData name="Mohan kumar Vallapu" userId="66b7f94ed0993c67" providerId="LiveId" clId="{C1563B95-3C19-48AB-AB8A-D6FF3954A3C8}" dt="2026-07-21T03:55:49.508" v="368" actId="478"/>
        <pc:sldMkLst>
          <pc:docMk/>
          <pc:sldMk cId="0" sldId="263"/>
        </pc:sldMkLst>
        <pc:spChg chg="mod">
          <ac:chgData name="Mohan kumar Vallapu" userId="66b7f94ed0993c67" providerId="LiveId" clId="{C1563B95-3C19-48AB-AB8A-D6FF3954A3C8}" dt="2026-07-21T03:26:20.935" v="251" actId="255"/>
          <ac:spMkLst>
            <pc:docMk/>
            <pc:sldMk cId="0" sldId="263"/>
            <ac:spMk id="336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27:00.970" v="256" actId="14100"/>
          <ac:spMkLst>
            <pc:docMk/>
            <pc:sldMk cId="0" sldId="263"/>
            <ac:spMk id="340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27:35.921" v="260" actId="255"/>
          <ac:spMkLst>
            <pc:docMk/>
            <pc:sldMk cId="0" sldId="263"/>
            <ac:spMk id="344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28:20.703" v="264" actId="255"/>
          <ac:spMkLst>
            <pc:docMk/>
            <pc:sldMk cId="0" sldId="263"/>
            <ac:spMk id="348" creationId="{00000000-0000-0000-0000-000000000000}"/>
          </ac:spMkLst>
        </pc:spChg>
        <pc:spChg chg="del">
          <ac:chgData name="Mohan kumar Vallapu" userId="66b7f94ed0993c67" providerId="LiveId" clId="{C1563B95-3C19-48AB-AB8A-D6FF3954A3C8}" dt="2026-07-21T03:55:45.958" v="367" actId="478"/>
          <ac:spMkLst>
            <pc:docMk/>
            <pc:sldMk cId="0" sldId="263"/>
            <ac:spMk id="349" creationId="{00000000-0000-0000-0000-000000000000}"/>
          </ac:spMkLst>
        </pc:spChg>
        <pc:spChg chg="del">
          <ac:chgData name="Mohan kumar Vallapu" userId="66b7f94ed0993c67" providerId="LiveId" clId="{C1563B95-3C19-48AB-AB8A-D6FF3954A3C8}" dt="2026-07-21T03:55:49.508" v="368" actId="478"/>
          <ac:spMkLst>
            <pc:docMk/>
            <pc:sldMk cId="0" sldId="263"/>
            <ac:spMk id="350" creationId="{00000000-0000-0000-0000-000000000000}"/>
          </ac:spMkLst>
        </pc:spChg>
      </pc:sldChg>
      <pc:sldChg chg="delSp modSp mod">
        <pc:chgData name="Mohan kumar Vallapu" userId="66b7f94ed0993c67" providerId="LiveId" clId="{C1563B95-3C19-48AB-AB8A-D6FF3954A3C8}" dt="2026-07-21T03:55:57.702" v="370" actId="478"/>
        <pc:sldMkLst>
          <pc:docMk/>
          <pc:sldMk cId="0" sldId="264"/>
        </pc:sldMkLst>
        <pc:spChg chg="mod">
          <ac:chgData name="Mohan kumar Vallapu" userId="66b7f94ed0993c67" providerId="LiveId" clId="{C1563B95-3C19-48AB-AB8A-D6FF3954A3C8}" dt="2026-07-21T03:29:01.355" v="266"/>
          <ac:spMkLst>
            <pc:docMk/>
            <pc:sldMk cId="0" sldId="264"/>
            <ac:spMk id="367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43:07.920" v="317" actId="255"/>
          <ac:spMkLst>
            <pc:docMk/>
            <pc:sldMk cId="0" sldId="264"/>
            <ac:spMk id="371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43:41.041" v="323" actId="255"/>
          <ac:spMkLst>
            <pc:docMk/>
            <pc:sldMk cId="0" sldId="264"/>
            <ac:spMk id="375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44:09.724" v="327" actId="255"/>
          <ac:spMkLst>
            <pc:docMk/>
            <pc:sldMk cId="0" sldId="264"/>
            <ac:spMk id="379" creationId="{00000000-0000-0000-0000-000000000000}"/>
          </ac:spMkLst>
        </pc:spChg>
        <pc:spChg chg="del">
          <ac:chgData name="Mohan kumar Vallapu" userId="66b7f94ed0993c67" providerId="LiveId" clId="{C1563B95-3C19-48AB-AB8A-D6FF3954A3C8}" dt="2026-07-21T03:55:54.734" v="369" actId="478"/>
          <ac:spMkLst>
            <pc:docMk/>
            <pc:sldMk cId="0" sldId="264"/>
            <ac:spMk id="380" creationId="{00000000-0000-0000-0000-000000000000}"/>
          </ac:spMkLst>
        </pc:spChg>
        <pc:spChg chg="del">
          <ac:chgData name="Mohan kumar Vallapu" userId="66b7f94ed0993c67" providerId="LiveId" clId="{C1563B95-3C19-48AB-AB8A-D6FF3954A3C8}" dt="2026-07-21T03:55:57.702" v="370" actId="478"/>
          <ac:spMkLst>
            <pc:docMk/>
            <pc:sldMk cId="0" sldId="264"/>
            <ac:spMk id="381" creationId="{00000000-0000-0000-0000-000000000000}"/>
          </ac:spMkLst>
        </pc:spChg>
      </pc:sldChg>
      <pc:sldChg chg="delSp modSp mod">
        <pc:chgData name="Mohan kumar Vallapu" userId="66b7f94ed0993c67" providerId="LiveId" clId="{C1563B95-3C19-48AB-AB8A-D6FF3954A3C8}" dt="2026-07-21T03:56:17.463" v="373" actId="478"/>
        <pc:sldMkLst>
          <pc:docMk/>
          <pc:sldMk cId="0" sldId="265"/>
        </pc:sldMkLst>
        <pc:spChg chg="mod">
          <ac:chgData name="Mohan kumar Vallapu" userId="66b7f94ed0993c67" providerId="LiveId" clId="{C1563B95-3C19-48AB-AB8A-D6FF3954A3C8}" dt="2026-07-21T03:40:41.244" v="310" actId="14100"/>
          <ac:spMkLst>
            <pc:docMk/>
            <pc:sldMk cId="0" sldId="265"/>
            <ac:spMk id="395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36:02.955" v="288" actId="255"/>
          <ac:spMkLst>
            <pc:docMk/>
            <pc:sldMk cId="0" sldId="265"/>
            <ac:spMk id="397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40:49.010" v="311" actId="14100"/>
          <ac:spMkLst>
            <pc:docMk/>
            <pc:sldMk cId="0" sldId="265"/>
            <ac:spMk id="398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36:31.995" v="292" actId="255"/>
          <ac:spMkLst>
            <pc:docMk/>
            <pc:sldMk cId="0" sldId="265"/>
            <ac:spMk id="400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40:54.619" v="312" actId="14100"/>
          <ac:spMkLst>
            <pc:docMk/>
            <pc:sldMk cId="0" sldId="265"/>
            <ac:spMk id="401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36:58.100" v="296" actId="255"/>
          <ac:spMkLst>
            <pc:docMk/>
            <pc:sldMk cId="0" sldId="265"/>
            <ac:spMk id="403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37:25.288" v="300" actId="255"/>
          <ac:spMkLst>
            <pc:docMk/>
            <pc:sldMk cId="0" sldId="265"/>
            <ac:spMk id="406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38:01.809" v="305" actId="14100"/>
          <ac:spMkLst>
            <pc:docMk/>
            <pc:sldMk cId="0" sldId="265"/>
            <ac:spMk id="409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40:35.350" v="309" actId="255"/>
          <ac:spMkLst>
            <pc:docMk/>
            <pc:sldMk cId="0" sldId="265"/>
            <ac:spMk id="412" creationId="{00000000-0000-0000-0000-000000000000}"/>
          </ac:spMkLst>
        </pc:spChg>
        <pc:spChg chg="del">
          <ac:chgData name="Mohan kumar Vallapu" userId="66b7f94ed0993c67" providerId="LiveId" clId="{C1563B95-3C19-48AB-AB8A-D6FF3954A3C8}" dt="2026-07-21T03:56:10.906" v="371" actId="478"/>
          <ac:spMkLst>
            <pc:docMk/>
            <pc:sldMk cId="0" sldId="265"/>
            <ac:spMk id="413" creationId="{00000000-0000-0000-0000-000000000000}"/>
          </ac:spMkLst>
        </pc:spChg>
        <pc:spChg chg="del mod">
          <ac:chgData name="Mohan kumar Vallapu" userId="66b7f94ed0993c67" providerId="LiveId" clId="{C1563B95-3C19-48AB-AB8A-D6FF3954A3C8}" dt="2026-07-21T03:56:17.463" v="373" actId="478"/>
          <ac:spMkLst>
            <pc:docMk/>
            <pc:sldMk cId="0" sldId="265"/>
            <ac:spMk id="414" creationId="{00000000-0000-0000-0000-000000000000}"/>
          </ac:spMkLst>
        </pc:spChg>
      </pc:sldChg>
      <pc:sldChg chg="delSp modSp mod modNotes">
        <pc:chgData name="Mohan kumar Vallapu" userId="66b7f94ed0993c67" providerId="LiveId" clId="{C1563B95-3C19-48AB-AB8A-D6FF3954A3C8}" dt="2026-07-21T05:32:13.777" v="537" actId="1076"/>
        <pc:sldMkLst>
          <pc:docMk/>
          <pc:sldMk cId="0" sldId="266"/>
        </pc:sldMkLst>
        <pc:spChg chg="mod">
          <ac:chgData name="Mohan kumar Vallapu" userId="66b7f94ed0993c67" providerId="LiveId" clId="{C1563B95-3C19-48AB-AB8A-D6FF3954A3C8}" dt="2026-07-21T05:30:45.694" v="527" actId="120"/>
          <ac:spMkLst>
            <pc:docMk/>
            <pc:sldMk cId="0" sldId="266"/>
            <ac:spMk id="429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5:31:27.139" v="530" actId="14100"/>
          <ac:spMkLst>
            <pc:docMk/>
            <pc:sldMk cId="0" sldId="266"/>
            <ac:spMk id="432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5:31:45.276" v="532" actId="14100"/>
          <ac:spMkLst>
            <pc:docMk/>
            <pc:sldMk cId="0" sldId="266"/>
            <ac:spMk id="435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5:32:04.537" v="536" actId="14100"/>
          <ac:spMkLst>
            <pc:docMk/>
            <pc:sldMk cId="0" sldId="266"/>
            <ac:spMk id="438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5:32:01.322" v="535" actId="14100"/>
          <ac:spMkLst>
            <pc:docMk/>
            <pc:sldMk cId="0" sldId="266"/>
            <ac:spMk id="441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5:32:13.777" v="537" actId="1076"/>
          <ac:spMkLst>
            <pc:docMk/>
            <pc:sldMk cId="0" sldId="266"/>
            <ac:spMk id="448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57:11.648" v="379" actId="14100"/>
          <ac:spMkLst>
            <pc:docMk/>
            <pc:sldMk cId="0" sldId="266"/>
            <ac:spMk id="449" creationId="{00000000-0000-0000-0000-000000000000}"/>
          </ac:spMkLst>
        </pc:spChg>
        <pc:spChg chg="del">
          <ac:chgData name="Mohan kumar Vallapu" userId="66b7f94ed0993c67" providerId="LiveId" clId="{C1563B95-3C19-48AB-AB8A-D6FF3954A3C8}" dt="2026-07-21T03:56:24.786" v="374" actId="478"/>
          <ac:spMkLst>
            <pc:docMk/>
            <pc:sldMk cId="0" sldId="266"/>
            <ac:spMk id="450" creationId="{00000000-0000-0000-0000-000000000000}"/>
          </ac:spMkLst>
        </pc:spChg>
        <pc:spChg chg="del mod">
          <ac:chgData name="Mohan kumar Vallapu" userId="66b7f94ed0993c67" providerId="LiveId" clId="{C1563B95-3C19-48AB-AB8A-D6FF3954A3C8}" dt="2026-07-21T03:56:39.153" v="376" actId="478"/>
          <ac:spMkLst>
            <pc:docMk/>
            <pc:sldMk cId="0" sldId="266"/>
            <ac:spMk id="451" creationId="{00000000-0000-0000-0000-000000000000}"/>
          </ac:spMkLst>
        </pc:spChg>
      </pc:sldChg>
      <pc:sldChg chg="delSp modSp mod">
        <pc:chgData name="Mohan kumar Vallapu" userId="66b7f94ed0993c67" providerId="LiveId" clId="{C1563B95-3C19-48AB-AB8A-D6FF3954A3C8}" dt="2026-07-21T03:56:52.228" v="378" actId="478"/>
        <pc:sldMkLst>
          <pc:docMk/>
          <pc:sldMk cId="0" sldId="267"/>
        </pc:sldMkLst>
        <pc:spChg chg="mod">
          <ac:chgData name="Mohan kumar Vallapu" userId="66b7f94ed0993c67" providerId="LiveId" clId="{C1563B95-3C19-48AB-AB8A-D6FF3954A3C8}" dt="2026-07-21T03:33:04.716" v="269" actId="2711"/>
          <ac:spMkLst>
            <pc:docMk/>
            <pc:sldMk cId="0" sldId="267"/>
            <ac:spMk id="468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34:40.018" v="281" actId="14100"/>
          <ac:spMkLst>
            <pc:docMk/>
            <pc:sldMk cId="0" sldId="267"/>
            <ac:spMk id="472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34:03.825" v="276" actId="14100"/>
          <ac:spMkLst>
            <pc:docMk/>
            <pc:sldMk cId="0" sldId="267"/>
            <ac:spMk id="476" creationId="{00000000-0000-0000-0000-000000000000}"/>
          </ac:spMkLst>
        </pc:spChg>
        <pc:spChg chg="mod">
          <ac:chgData name="Mohan kumar Vallapu" userId="66b7f94ed0993c67" providerId="LiveId" clId="{C1563B95-3C19-48AB-AB8A-D6FF3954A3C8}" dt="2026-07-21T03:34:32.498" v="280" actId="14100"/>
          <ac:spMkLst>
            <pc:docMk/>
            <pc:sldMk cId="0" sldId="267"/>
            <ac:spMk id="480" creationId="{00000000-0000-0000-0000-000000000000}"/>
          </ac:spMkLst>
        </pc:spChg>
        <pc:spChg chg="del">
          <ac:chgData name="Mohan kumar Vallapu" userId="66b7f94ed0993c67" providerId="LiveId" clId="{C1563B95-3C19-48AB-AB8A-D6FF3954A3C8}" dt="2026-07-21T03:56:48.392" v="377" actId="478"/>
          <ac:spMkLst>
            <pc:docMk/>
            <pc:sldMk cId="0" sldId="267"/>
            <ac:spMk id="481" creationId="{00000000-0000-0000-0000-000000000000}"/>
          </ac:spMkLst>
        </pc:spChg>
        <pc:spChg chg="del">
          <ac:chgData name="Mohan kumar Vallapu" userId="66b7f94ed0993c67" providerId="LiveId" clId="{C1563B95-3C19-48AB-AB8A-D6FF3954A3C8}" dt="2026-07-21T03:56:52.228" v="378" actId="478"/>
          <ac:spMkLst>
            <pc:docMk/>
            <pc:sldMk cId="0" sldId="267"/>
            <ac:spMk id="48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n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n"/>
          <p:cNvSpPr>
            <a:spLocks noGrp="1" noRot="1" noChangeAspect="1"/>
          </p:cNvSpPr>
          <p:nvPr>
            <p:ph type="sldImg" idx="3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n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6" name="Google Shape;66;n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n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Open by naming the capstone problem and the cloud product objective. Keep the title slide uncluttered and clearly identify the individual presenter.</a:t>
            </a:r>
            <a:endParaRPr/>
          </a:p>
        </p:txBody>
      </p:sp>
      <p:sp>
        <p:nvSpPr>
          <p:cNvPr id="73" name="Google Shape;73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Do not start with technology. First make the need clear, then connect it to cloud-enabled scale, reach, or reliability.</a:t>
            </a:r>
            <a:endParaRPr/>
          </a:p>
        </p:txBody>
      </p:sp>
      <p:sp>
        <p:nvSpPr>
          <p:cNvPr id="97" name="Google Shape;97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Students should explain the concept map as a reasoning artifact, not as decoration.</a:t>
            </a:r>
            <a:endParaRPr/>
          </a:p>
        </p:txBody>
      </p:sp>
      <p:sp>
        <p:nvSpPr>
          <p:cNvPr id="128" name="Google Shape;128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Walk from user request to API, compute, data, storage, analytics, monitoring, and security boundary.</a:t>
            </a:r>
            <a:endParaRPr/>
          </a:p>
        </p:txBody>
      </p:sp>
      <p:sp>
        <p:nvSpPr>
          <p:cNvPr id="154" name="Google Shape;154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Ask the student to defend provider responsibility and student responsibility for the selected service models.</a:t>
            </a:r>
            <a:endParaRPr/>
          </a:p>
        </p:txBody>
      </p:sp>
      <p:sp>
        <p:nvSpPr>
          <p:cNvPr id="190" name="Google Shape;190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Big data analytics is optional, but a thoughtful data path is expected.</a:t>
            </a:r>
            <a:endParaRPr/>
          </a:p>
        </p:txBody>
      </p:sp>
      <p:sp>
        <p:nvSpPr>
          <p:cNvPr id="251" name="Google Shape;251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If AI is not required, students can present a Python automation or analytics module instead.</a:t>
            </a:r>
            <a:endParaRPr/>
          </a:p>
        </p:txBody>
      </p:sp>
      <p:sp>
        <p:nvSpPr>
          <p:cNvPr id="292" name="Google Shape;292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2" name="Google Shape;322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slide is where students show engineering judgment instead of simply listing services.</a:t>
            </a:r>
            <a:endParaRPr/>
          </a:p>
        </p:txBody>
      </p:sp>
      <p:sp>
        <p:nvSpPr>
          <p:cNvPr id="323" name="Google Shape;323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3" name="Google Shape;353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Evidence should be specific and inspectable, not a generic list of tools.</a:t>
            </a:r>
            <a:endParaRPr/>
          </a:p>
        </p:txBody>
      </p:sp>
      <p:sp>
        <p:nvSpPr>
          <p:cNvPr id="354" name="Google Shape;354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4" name="Google Shape;384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 storyboard helps the faculty see whether the cloud architecture is connected to actual use.</a:t>
            </a:r>
            <a:endParaRPr/>
          </a:p>
        </p:txBody>
      </p:sp>
      <p:sp>
        <p:nvSpPr>
          <p:cNvPr id="385" name="Google Shape;385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7" name="Google Shape;417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Students can use this as the self-check slide before presenting the conclusion.</a:t>
            </a:r>
            <a:endParaRPr/>
          </a:p>
        </p:txBody>
      </p:sp>
      <p:sp>
        <p:nvSpPr>
          <p:cNvPr id="418" name="Google Shape;418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4" name="Google Shape;454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ending should synthesize learning, not just say thank you.</a:t>
            </a:r>
            <a:endParaRPr/>
          </a:p>
        </p:txBody>
      </p:sp>
      <p:sp>
        <p:nvSpPr>
          <p:cNvPr id="455" name="Google Shape;455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7" name="Google Shape;7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10572750" y="6381750"/>
            <a:ext cx="10098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01</a:t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723900" y="914400"/>
            <a:ext cx="67629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CSA15 Cloud Computing and Big Data Analytics</a:t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723900" y="2152650"/>
            <a:ext cx="6762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>
                <a:solidFill>
                  <a:srgbClr val="2F6690"/>
                </a:solidFill>
                <a:latin typeface="Calibri"/>
                <a:ea typeface="Calibri"/>
                <a:cs typeface="Calibri"/>
                <a:sym typeface="Calibri"/>
              </a:rPr>
              <a:t>Capstone Cloud Technical Presentation</a:t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723900" y="2762250"/>
            <a:ext cx="59055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Individual Student Presentation Deck</a:t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7524750" y="1143000"/>
            <a:ext cx="3714900" cy="314340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7524750" y="1143000"/>
            <a:ext cx="3714900" cy="76200"/>
          </a:xfrm>
          <a:prstGeom prst="rect">
            <a:avLst/>
          </a:prstGeom>
          <a:solidFill>
            <a:srgbClr val="2F6690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7696200" y="1333500"/>
            <a:ext cx="3372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Presenter Details</a:t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7696200" y="1733550"/>
            <a:ext cx="3372000" cy="24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dirty="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Student Name: Vallapu Mohan Kumar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dirty="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Register Number: 192524225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dirty="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Class / Section / Slot: C</a:t>
            </a:r>
            <a:endParaRPr dirty="0"/>
          </a:p>
          <a:p>
            <a:r>
              <a:rPr lang="en-US" sz="1350" b="0" dirty="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Capstone Title: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FoodTrace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 Supply Chain Tracker with QR Provenance and Spoilage Prediction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lvl="0"/>
            <a:r>
              <a:rPr lang="en-US" sz="1350" b="0" dirty="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Selected SDG Goal(s):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SDG 2 (Zero Hunger)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dirty="0"/>
          </a:p>
          <a:p>
            <a:pPr lvl="0"/>
            <a:r>
              <a:rPr lang="en-US" sz="1350" b="0" dirty="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Cloud Platform / Tools: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Firebase, REST API, Python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723900" y="3714750"/>
            <a:ext cx="6191400" cy="1181100"/>
          </a:xfrm>
          <a:prstGeom prst="roundRect">
            <a:avLst>
              <a:gd name="adj" fmla="val 6452"/>
            </a:avLst>
          </a:prstGeom>
          <a:solidFill>
            <a:srgbClr val="E8F1F8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723900" y="3714750"/>
            <a:ext cx="6191400" cy="76200"/>
          </a:xfrm>
          <a:prstGeom prst="rect">
            <a:avLst/>
          </a:prstGeom>
          <a:solidFill>
            <a:srgbClr val="2F6690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895350" y="3905250"/>
            <a:ext cx="58485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Presentation Focus</a:t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895350" y="4305300"/>
            <a:ext cx="5848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Present your capstone as a cloud-backed product. Explain the problem, architecture, service choices, evidence, and CO1 learning clearly.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1" name="Google Shape;10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10572750" y="6381750"/>
            <a:ext cx="10098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02</a:t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609600" y="72390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Problem Context and Stakeholder Mapping</a:t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Our capstone begins with a real problem to solve</a:t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723900" y="1600200"/>
            <a:ext cx="57300" cy="1257300"/>
          </a:xfrm>
          <a:prstGeom prst="rect">
            <a:avLst/>
          </a:prstGeom>
          <a:solidFill>
            <a:srgbClr val="1F4E79"/>
          </a:solidFill>
          <a:ln w="9525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952500" y="1790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dirty="0"/>
          </a:p>
        </p:txBody>
      </p:sp>
      <p:sp>
        <p:nvSpPr>
          <p:cNvPr id="110" name="Google Shape;110;p4"/>
          <p:cNvSpPr/>
          <p:nvPr/>
        </p:nvSpPr>
        <p:spPr>
          <a:xfrm>
            <a:off x="952500" y="2190749"/>
            <a:ext cx="4299438" cy="591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food tracking causes spoilage, poor transparency, and reduced customer trust.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1" name="Google Shape;111;p4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6134100" y="1600200"/>
            <a:ext cx="57300" cy="1257300"/>
          </a:xfrm>
          <a:prstGeom prst="rect">
            <a:avLst/>
          </a:prstGeom>
          <a:solidFill>
            <a:srgbClr val="2F6690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6362700" y="1790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Target Users</a:t>
            </a:r>
            <a:endParaRPr dirty="0"/>
          </a:p>
        </p:txBody>
      </p:sp>
      <p:sp>
        <p:nvSpPr>
          <p:cNvPr id="114" name="Google Shape;114;p4"/>
          <p:cNvSpPr/>
          <p:nvPr/>
        </p:nvSpPr>
        <p:spPr>
          <a:xfrm>
            <a:off x="6362700" y="2128226"/>
            <a:ext cx="4328746" cy="72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Farmers, distributors, retailers, customers, and administrators use Food Trace for secure product tracking and verification</a:t>
            </a:r>
            <a:r>
              <a:rPr lang="en-IN" dirty="0"/>
              <a:t>.</a:t>
            </a:r>
            <a:endParaRPr dirty="0"/>
          </a:p>
        </p:txBody>
      </p:sp>
      <p:sp>
        <p:nvSpPr>
          <p:cNvPr id="115" name="Google Shape;115;p4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" name="Google Shape;116;p4"/>
          <p:cNvSpPr/>
          <p:nvPr/>
        </p:nvSpPr>
        <p:spPr>
          <a:xfrm>
            <a:off x="723900" y="3238500"/>
            <a:ext cx="57300" cy="1257300"/>
          </a:xfrm>
          <a:prstGeom prst="rect">
            <a:avLst/>
          </a:prstGeom>
          <a:solidFill>
            <a:srgbClr val="466A8F"/>
          </a:solidFill>
          <a:ln w="9525" cap="flat" cmpd="sng">
            <a:solidFill>
              <a:srgbClr val="466A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952500" y="34290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SDG Fit</a:t>
            </a:r>
            <a:endParaRPr dirty="0"/>
          </a:p>
        </p:txBody>
      </p:sp>
      <p:sp>
        <p:nvSpPr>
          <p:cNvPr id="118" name="Google Shape;118;p4"/>
          <p:cNvSpPr/>
          <p:nvPr/>
        </p:nvSpPr>
        <p:spPr>
          <a:xfrm>
            <a:off x="844062" y="3683488"/>
            <a:ext cx="4516314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SDG 2 – Zero Hunger by reducing food waste through cloud-based food traceability and spoilage prediction.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189935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134100" y="3238500"/>
            <a:ext cx="57300" cy="1257300"/>
          </a:xfrm>
          <a:prstGeom prst="rect">
            <a:avLst/>
          </a:prstGeom>
          <a:solidFill>
            <a:srgbClr val="7C95AD"/>
          </a:solidFill>
          <a:ln w="9525" cap="flat" cmpd="sng">
            <a:solidFill>
              <a:srgbClr val="7C95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6362700" y="34290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Product Boundary</a:t>
            </a:r>
            <a:endParaRPr dirty="0"/>
          </a:p>
        </p:txBody>
      </p:sp>
      <p:sp>
        <p:nvSpPr>
          <p:cNvPr id="122" name="Google Shape;122;p4"/>
          <p:cNvSpPr/>
          <p:nvPr/>
        </p:nvSpPr>
        <p:spPr>
          <a:xfrm>
            <a:off x="6324600" y="3705225"/>
            <a:ext cx="4421554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version includes user login, QR code scanning, cloud storage, spoilage prediction, and dashboard reporting.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1104900" y="5934075"/>
            <a:ext cx="9982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2" name="Google Shape;13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10572750" y="6381750"/>
            <a:ext cx="10098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03</a:t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609600" y="72390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Cloud Adoption Rationale and Concept Map</a:t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problem needs cloud support to become a usable product</a:t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EEF2F6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723900" y="1600200"/>
            <a:ext cx="4762500" cy="76200"/>
          </a:xfrm>
          <a:prstGeom prst="rect">
            <a:avLst/>
          </a:prstGeom>
          <a:solidFill>
            <a:srgbClr val="2F6690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895350" y="1790700"/>
            <a:ext cx="44196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Cloud Definition</a:t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876300" y="2088417"/>
            <a:ext cx="4531946" cy="76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stores and manages food supply chain information online for secure, scalable, and real-time access</a:t>
            </a:r>
            <a:r>
              <a:rPr lang="en-IN" dirty="0"/>
              <a:t>.</a:t>
            </a:r>
            <a:endParaRPr dirty="0"/>
          </a:p>
        </p:txBody>
      </p:sp>
      <p:sp>
        <p:nvSpPr>
          <p:cNvPr id="142" name="Google Shape;142;p5"/>
          <p:cNvSpPr/>
          <p:nvPr/>
        </p:nvSpPr>
        <p:spPr>
          <a:xfrm>
            <a:off x="734646" y="3257550"/>
            <a:ext cx="4762500" cy="14859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723900" y="3238500"/>
            <a:ext cx="4762500" cy="76200"/>
          </a:xfrm>
          <a:prstGeom prst="rect">
            <a:avLst/>
          </a:prstGeom>
          <a:solidFill>
            <a:srgbClr val="2F6690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876300" y="3375777"/>
            <a:ext cx="44196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Cloud Characteristics</a:t>
            </a:r>
            <a:endParaRPr dirty="0"/>
          </a:p>
        </p:txBody>
      </p:sp>
      <p:sp>
        <p:nvSpPr>
          <p:cNvPr id="145" name="Google Shape;145;p5"/>
          <p:cNvSpPr/>
          <p:nvPr/>
        </p:nvSpPr>
        <p:spPr>
          <a:xfrm>
            <a:off x="932473" y="3714750"/>
            <a:ext cx="441960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On-Demand Access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Pooling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Elasticity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Measured Service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146" name="Google Shape;146;p5"/>
          <p:cNvSpPr/>
          <p:nvPr/>
        </p:nvSpPr>
        <p:spPr>
          <a:xfrm>
            <a:off x="6134100" y="1600200"/>
            <a:ext cx="4762500" cy="2895600"/>
          </a:xfrm>
          <a:prstGeom prst="roundRect">
            <a:avLst>
              <a:gd name="adj" fmla="val 2632"/>
            </a:avLst>
          </a:prstGeom>
          <a:solidFill>
            <a:srgbClr val="F6F8FB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6305550" y="1771650"/>
            <a:ext cx="441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Cloud Concept Map</a:t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6305550" y="2190750"/>
            <a:ext cx="44196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9C06CB-74FF-9925-0161-7259E42047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9787" y="2228850"/>
            <a:ext cx="2721627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8" name="Google Shape;15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6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10572750" y="6381750"/>
            <a:ext cx="10098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04</a:t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609600" y="72390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Capstone Cloud Architecture</a:t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Our cloud architecture connects the user action to services</a:t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1047750" y="2095500"/>
            <a:ext cx="18096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1162050" y="2171700"/>
            <a:ext cx="1581300" cy="72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/>
            <a:r>
              <a:rPr lang="en-IN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Food Trace Web/Mobile Application</a:t>
            </a:r>
            <a:endParaRPr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3476625" y="2095500"/>
            <a:ext cx="18096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3590925" y="2333625"/>
            <a:ext cx="1581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/>
            <a:r>
              <a:rPr lang="en-IN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 API</a:t>
            </a:r>
            <a:endParaRPr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5905500" y="2095500"/>
            <a:ext cx="18096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6019800" y="2333625"/>
            <a:ext cx="1581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/>
            <a:r>
              <a:rPr lang="en-IN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Backend (Python)</a:t>
            </a:r>
            <a:endParaRPr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8334225" y="2171700"/>
            <a:ext cx="18096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1" name="Google Shape;171;p6"/>
          <p:cNvSpPr/>
          <p:nvPr/>
        </p:nvSpPr>
        <p:spPr>
          <a:xfrm>
            <a:off x="8334225" y="2333625"/>
            <a:ext cx="180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dirty="0"/>
              <a:t>• 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Firebase </a:t>
            </a:r>
            <a:r>
              <a:rPr lang="en-IN" dirty="0" err="1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endParaRPr lang="en-IN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Cloud Storage</a:t>
            </a:r>
            <a:endParaRPr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5797718" y="3847650"/>
            <a:ext cx="2025163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Spoilage Prediction</a:t>
            </a:r>
          </a:p>
          <a:p>
            <a:pPr lvl="0"/>
            <a:r>
              <a:rPr lang="en-IN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Firebase Analytics</a:t>
            </a:r>
            <a:endParaRPr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5841361" y="3822023"/>
            <a:ext cx="187373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Analytics + Monitoring</a:t>
            </a:r>
            <a:endParaRPr dirty="0"/>
          </a:p>
        </p:txBody>
      </p:sp>
      <p:sp>
        <p:nvSpPr>
          <p:cNvPr id="174" name="Google Shape;174;p6"/>
          <p:cNvSpPr/>
          <p:nvPr/>
        </p:nvSpPr>
        <p:spPr>
          <a:xfrm>
            <a:off x="2857500" y="2495550"/>
            <a:ext cx="619200" cy="19200"/>
          </a:xfrm>
          <a:prstGeom prst="rect">
            <a:avLst/>
          </a:prstGeom>
          <a:solidFill>
            <a:srgbClr val="2F6690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5286375" y="2495550"/>
            <a:ext cx="619200" cy="19200"/>
          </a:xfrm>
          <a:prstGeom prst="rect">
            <a:avLst/>
          </a:prstGeom>
          <a:solidFill>
            <a:srgbClr val="2F6690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7715250" y="2495550"/>
            <a:ext cx="619200" cy="19200"/>
          </a:xfrm>
          <a:prstGeom prst="rect">
            <a:avLst/>
          </a:prstGeom>
          <a:solidFill>
            <a:srgbClr val="2F6690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6781800" y="2895600"/>
            <a:ext cx="19200" cy="819300"/>
          </a:xfrm>
          <a:prstGeom prst="rect">
            <a:avLst/>
          </a:prstGeom>
          <a:solidFill>
            <a:srgbClr val="2F6690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5905500" y="1733550"/>
            <a:ext cx="18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Scaling point</a:t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3476625" y="30670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Security boundary</a:t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3286125" y="3333750"/>
            <a:ext cx="7048500" cy="19200"/>
          </a:xfrm>
          <a:prstGeom prst="rect">
            <a:avLst/>
          </a:prstGeom>
          <a:solidFill>
            <a:srgbClr val="B7C9D9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388327" y="3791100"/>
            <a:ext cx="2956658" cy="2507012"/>
          </a:xfrm>
          <a:prstGeom prst="roundRect">
            <a:avLst>
              <a:gd name="adj" fmla="val 3200"/>
            </a:avLst>
          </a:prstGeom>
          <a:solidFill>
            <a:srgbClr val="EEF2F6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388327" y="3749741"/>
            <a:ext cx="2956658" cy="45719"/>
          </a:xfrm>
          <a:prstGeom prst="rect">
            <a:avLst/>
          </a:prstGeom>
          <a:solidFill>
            <a:srgbClr val="2F6690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912991" y="3810075"/>
            <a:ext cx="20385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Presentation Points</a:t>
            </a:r>
            <a:endParaRPr dirty="0"/>
          </a:p>
        </p:txBody>
      </p:sp>
      <p:sp>
        <p:nvSpPr>
          <p:cNvPr id="184" name="Google Shape;184;p6"/>
          <p:cNvSpPr/>
          <p:nvPr/>
        </p:nvSpPr>
        <p:spPr>
          <a:xfrm>
            <a:off x="456956" y="4196014"/>
            <a:ext cx="20385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1350" dirty="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Request path</a:t>
            </a:r>
            <a:endParaRPr lang="en-US" sz="1350" b="0" dirty="0">
              <a:solidFill>
                <a:srgbClr val="1720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n-US" sz="1350" b="0" dirty="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API role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dirty="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Compute choice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dirty="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Database and storage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dirty="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Monitoring and security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dirty="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Scaling point</a:t>
            </a:r>
            <a:endParaRPr dirty="0"/>
          </a:p>
        </p:txBody>
      </p:sp>
      <p:sp>
        <p:nvSpPr>
          <p:cNvPr id="186" name="Google Shape;186;p6"/>
          <p:cNvSpPr/>
          <p:nvPr/>
        </p:nvSpPr>
        <p:spPr>
          <a:xfrm>
            <a:off x="1104900" y="5934075"/>
            <a:ext cx="9982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4" name="Google Shape;19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7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10572750" y="6381750"/>
            <a:ext cx="10098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05</a:t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609600" y="72390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Cloud Service Model Responsibility Matrix</a:t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Each service model defines what we control and what cloud manages</a:t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723900" y="1809750"/>
            <a:ext cx="1714500" cy="495300"/>
          </a:xfrm>
          <a:prstGeom prst="rect">
            <a:avLst/>
          </a:prstGeom>
          <a:solidFill>
            <a:srgbClr val="1F4E79"/>
          </a:solidFill>
          <a:ln w="9525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800100" y="1971675"/>
            <a:ext cx="15621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8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 area</a:t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2438400" y="1809750"/>
            <a:ext cx="1143000" cy="495300"/>
          </a:xfrm>
          <a:prstGeom prst="rect">
            <a:avLst/>
          </a:prstGeom>
          <a:solidFill>
            <a:srgbClr val="1F4E79"/>
          </a:solidFill>
          <a:ln w="9525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2514600" y="1971675"/>
            <a:ext cx="9906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8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3581400" y="1809750"/>
            <a:ext cx="2286000" cy="495300"/>
          </a:xfrm>
          <a:prstGeom prst="rect">
            <a:avLst/>
          </a:prstGeom>
          <a:solidFill>
            <a:srgbClr val="1F4E79"/>
          </a:solidFill>
          <a:ln w="9525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3657600" y="1971675"/>
            <a:ext cx="21336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8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Provider manages</a:t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5867400" y="1809750"/>
            <a:ext cx="2381400" cy="495300"/>
          </a:xfrm>
          <a:prstGeom prst="rect">
            <a:avLst/>
          </a:prstGeom>
          <a:solidFill>
            <a:srgbClr val="1F4E79"/>
          </a:solidFill>
          <a:ln w="9525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5943600" y="1971675"/>
            <a:ext cx="22290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8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Student team manages</a:t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8248650" y="1809750"/>
            <a:ext cx="2476500" cy="495300"/>
          </a:xfrm>
          <a:prstGeom prst="rect">
            <a:avLst/>
          </a:prstGeom>
          <a:solidFill>
            <a:srgbClr val="1F4E79"/>
          </a:solidFill>
          <a:ln w="9525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8324850" y="1971675"/>
            <a:ext cx="23241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8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this fits</a:t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723900" y="2305050"/>
            <a:ext cx="1714500" cy="476400"/>
          </a:xfrm>
          <a:prstGeom prst="rect">
            <a:avLst/>
          </a:prstGeom>
          <a:solidFill>
            <a:srgbClr val="F6F8FB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800100" y="2457450"/>
            <a:ext cx="15621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3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Frontend hosting</a:t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2438400" y="2305050"/>
            <a:ext cx="1143000" cy="476400"/>
          </a:xfrm>
          <a:prstGeom prst="rect">
            <a:avLst/>
          </a:prstGeom>
          <a:solidFill>
            <a:srgbClr val="F6F8FB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SaaS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3581400" y="2305050"/>
            <a:ext cx="2286000" cy="476400"/>
          </a:xfrm>
          <a:prstGeom prst="rect">
            <a:avLst/>
          </a:prstGeom>
          <a:solidFill>
            <a:srgbClr val="F6F8FB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hosting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5867400" y="2305050"/>
            <a:ext cx="2381400" cy="476400"/>
          </a:xfrm>
          <a:prstGeom prst="rect">
            <a:avLst/>
          </a:prstGeom>
          <a:solidFill>
            <a:srgbClr val="F6F8FB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8248650" y="2305050"/>
            <a:ext cx="2476500" cy="476400"/>
          </a:xfrm>
          <a:prstGeom prst="rect">
            <a:avLst/>
          </a:prstGeom>
          <a:solidFill>
            <a:srgbClr val="F6F8FB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web access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723900" y="2800350"/>
            <a:ext cx="1714500" cy="476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800100" y="2952750"/>
            <a:ext cx="15621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3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Backend/API</a:t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2438400" y="2800350"/>
            <a:ext cx="1143000" cy="476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PaaS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3581400" y="2800350"/>
            <a:ext cx="2286000" cy="476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 &amp; deployment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5867400" y="2800350"/>
            <a:ext cx="2381400" cy="476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logic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8248650" y="2800350"/>
            <a:ext cx="2476500" cy="476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development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723900" y="3295650"/>
            <a:ext cx="1714500" cy="476400"/>
          </a:xfrm>
          <a:prstGeom prst="rect">
            <a:avLst/>
          </a:prstGeom>
          <a:solidFill>
            <a:srgbClr val="F6F8FB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800100" y="3448050"/>
            <a:ext cx="15621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3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2438400" y="3295650"/>
            <a:ext cx="1143000" cy="476400"/>
          </a:xfrm>
          <a:prstGeom prst="rect">
            <a:avLst/>
          </a:prstGeom>
          <a:solidFill>
            <a:srgbClr val="F6F8FB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PaaS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3581400" y="3295650"/>
            <a:ext cx="2286000" cy="476400"/>
          </a:xfrm>
          <a:prstGeom prst="rect">
            <a:avLst/>
          </a:prstGeom>
          <a:solidFill>
            <a:srgbClr val="F6F8FB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Database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5867400" y="3295650"/>
            <a:ext cx="2381400" cy="476400"/>
          </a:xfrm>
          <a:prstGeom prst="rect">
            <a:avLst/>
          </a:prstGeom>
          <a:solidFill>
            <a:srgbClr val="F6F8FB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data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8248650" y="3295650"/>
            <a:ext cx="2476500" cy="476400"/>
          </a:xfrm>
          <a:prstGeom prst="rect">
            <a:avLst/>
          </a:prstGeom>
          <a:solidFill>
            <a:srgbClr val="F6F8FB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storage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723900" y="3790950"/>
            <a:ext cx="1714500" cy="476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800100" y="3943350"/>
            <a:ext cx="15621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3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Storage</a:t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2438400" y="3790950"/>
            <a:ext cx="1143000" cy="476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IaaS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3581400" y="3790950"/>
            <a:ext cx="2286000" cy="476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5867400" y="3790950"/>
            <a:ext cx="2381400" cy="476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 images &amp; files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8248650" y="3790950"/>
            <a:ext cx="2476500" cy="476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storage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723900" y="4286250"/>
            <a:ext cx="1714500" cy="476400"/>
          </a:xfrm>
          <a:prstGeom prst="rect">
            <a:avLst/>
          </a:prstGeom>
          <a:solidFill>
            <a:srgbClr val="F6F8FB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800100" y="4438650"/>
            <a:ext cx="15621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3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Monitoring / logs</a:t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2438400" y="4286250"/>
            <a:ext cx="1143000" cy="476400"/>
          </a:xfrm>
          <a:prstGeom prst="rect">
            <a:avLst/>
          </a:prstGeom>
          <a:solidFill>
            <a:srgbClr val="F6F8FB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XaaS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3581400" y="4286250"/>
            <a:ext cx="2286000" cy="476400"/>
          </a:xfrm>
          <a:prstGeom prst="rect">
            <a:avLst/>
          </a:prstGeom>
          <a:solidFill>
            <a:srgbClr val="F6F8FB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service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5867400" y="4286250"/>
            <a:ext cx="2381400" cy="476400"/>
          </a:xfrm>
          <a:prstGeom prst="rect">
            <a:avLst/>
          </a:prstGeom>
          <a:solidFill>
            <a:srgbClr val="F6F8FB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reports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8248650" y="4286250"/>
            <a:ext cx="2476500" cy="476400"/>
          </a:xfrm>
          <a:prstGeom prst="rect">
            <a:avLst/>
          </a:prstGeom>
          <a:solidFill>
            <a:srgbClr val="F6F8FB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monitoring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723900" y="4781550"/>
            <a:ext cx="1714500" cy="476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800100" y="4933950"/>
            <a:ext cx="15621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3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Security / IAM</a:t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2438400" y="4781550"/>
            <a:ext cx="1143000" cy="476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XaaS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3581400" y="4781550"/>
            <a:ext cx="2286000" cy="476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5867400" y="4781550"/>
            <a:ext cx="2381400" cy="476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roles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8248650" y="4781550"/>
            <a:ext cx="2476500" cy="476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5" name="Google Shape;25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8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10572750" y="6381750"/>
            <a:ext cx="10098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06</a:t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609600" y="72390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Data Flow and Analytics Pipeline</a:t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product data moves from user activity to useful insight</a:t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1066800" y="1695450"/>
            <a:ext cx="1352700" cy="1371600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information and supplier details</a:t>
            </a:r>
            <a:r>
              <a:rPr lang="en-IN" dirty="0"/>
              <a:t>.</a:t>
            </a:r>
            <a:endParaRPr dirty="0"/>
          </a:p>
        </p:txBody>
      </p:sp>
      <p:sp>
        <p:nvSpPr>
          <p:cNvPr id="262" name="Google Shape;262;p8"/>
          <p:cNvSpPr/>
          <p:nvPr/>
        </p:nvSpPr>
        <p:spPr>
          <a:xfrm>
            <a:off x="1114350" y="1733700"/>
            <a:ext cx="1086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Collect</a:t>
            </a:r>
            <a:endParaRPr lang="en-US" dirty="0"/>
          </a:p>
        </p:txBody>
      </p:sp>
      <p:sp>
        <p:nvSpPr>
          <p:cNvPr id="263" name="Google Shape;263;p8"/>
          <p:cNvSpPr/>
          <p:nvPr/>
        </p:nvSpPr>
        <p:spPr>
          <a:xfrm>
            <a:off x="2476500" y="2268171"/>
            <a:ext cx="514500" cy="38100"/>
          </a:xfrm>
          <a:prstGeom prst="rect">
            <a:avLst/>
          </a:prstGeom>
          <a:solidFill>
            <a:srgbClr val="2F6690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3057450" y="1710940"/>
            <a:ext cx="1352700" cy="1371600"/>
          </a:xfrm>
          <a:prstGeom prst="roundRect">
            <a:avLst>
              <a:gd name="adj" fmla="val 12121"/>
            </a:avLst>
          </a:prstGeom>
          <a:solidFill>
            <a:srgbClr val="EEF2F6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 transfers product data.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3152850" y="1709127"/>
            <a:ext cx="1086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Ingest</a:t>
            </a:r>
            <a:endParaRPr dirty="0"/>
          </a:p>
        </p:txBody>
      </p:sp>
      <p:sp>
        <p:nvSpPr>
          <p:cNvPr id="266" name="Google Shape;266;p8"/>
          <p:cNvSpPr/>
          <p:nvPr/>
        </p:nvSpPr>
        <p:spPr>
          <a:xfrm>
            <a:off x="4438650" y="2305200"/>
            <a:ext cx="514500" cy="38100"/>
          </a:xfrm>
          <a:prstGeom prst="rect">
            <a:avLst/>
          </a:prstGeom>
          <a:solidFill>
            <a:srgbClr val="2F6690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5029200" y="1695450"/>
            <a:ext cx="1352700" cy="1352700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Cloud Database stores records.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5098881" y="1725246"/>
            <a:ext cx="1086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Store</a:t>
            </a:r>
            <a:endParaRPr dirty="0"/>
          </a:p>
        </p:txBody>
      </p:sp>
      <p:sp>
        <p:nvSpPr>
          <p:cNvPr id="269" name="Google Shape;269;p8"/>
          <p:cNvSpPr/>
          <p:nvPr/>
        </p:nvSpPr>
        <p:spPr>
          <a:xfrm>
            <a:off x="6457950" y="2328965"/>
            <a:ext cx="514500" cy="38100"/>
          </a:xfrm>
          <a:prstGeom prst="rect">
            <a:avLst/>
          </a:prstGeom>
          <a:solidFill>
            <a:srgbClr val="2F6690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7010400" y="1695450"/>
            <a:ext cx="1352700" cy="1352700"/>
          </a:xfrm>
          <a:prstGeom prst="roundRect">
            <a:avLst>
              <a:gd name="adj" fmla="val 12121"/>
            </a:avLst>
          </a:prstGeom>
          <a:solidFill>
            <a:srgbClr val="EEF2F6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predicts food spoilage.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7143750" y="1725246"/>
            <a:ext cx="1086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 dirty="0"/>
          </a:p>
        </p:txBody>
      </p:sp>
      <p:sp>
        <p:nvSpPr>
          <p:cNvPr id="272" name="Google Shape;272;p8"/>
          <p:cNvSpPr/>
          <p:nvPr/>
        </p:nvSpPr>
        <p:spPr>
          <a:xfrm>
            <a:off x="8420100" y="2381325"/>
            <a:ext cx="514500" cy="38100"/>
          </a:xfrm>
          <a:prstGeom prst="rect">
            <a:avLst/>
          </a:prstGeom>
          <a:solidFill>
            <a:srgbClr val="2F6690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8991600" y="1695450"/>
            <a:ext cx="1352700" cy="1352700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displays reports and alerts</a:t>
            </a:r>
            <a:r>
              <a:rPr lang="en-IN" dirty="0"/>
              <a:t>.</a:t>
            </a:r>
            <a:endParaRPr dirty="0"/>
          </a:p>
        </p:txBody>
      </p:sp>
      <p:sp>
        <p:nvSpPr>
          <p:cNvPr id="274" name="Google Shape;274;p8"/>
          <p:cNvSpPr/>
          <p:nvPr/>
        </p:nvSpPr>
        <p:spPr>
          <a:xfrm>
            <a:off x="9124950" y="1785989"/>
            <a:ext cx="1086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Visualize</a:t>
            </a:r>
            <a:endParaRPr dirty="0"/>
          </a:p>
        </p:txBody>
      </p:sp>
      <p:sp>
        <p:nvSpPr>
          <p:cNvPr id="275" name="Google Shape;275;p8"/>
          <p:cNvSpPr/>
          <p:nvPr/>
        </p:nvSpPr>
        <p:spPr>
          <a:xfrm>
            <a:off x="723900" y="3253990"/>
            <a:ext cx="3143400" cy="1200300"/>
          </a:xfrm>
          <a:prstGeom prst="roundRect">
            <a:avLst>
              <a:gd name="adj" fmla="val 6349"/>
            </a:avLst>
          </a:prstGeom>
          <a:solidFill>
            <a:srgbClr val="EEF2F6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p8"/>
          <p:cNvSpPr/>
          <p:nvPr/>
        </p:nvSpPr>
        <p:spPr>
          <a:xfrm>
            <a:off x="723900" y="3238500"/>
            <a:ext cx="3143400" cy="76200"/>
          </a:xfrm>
          <a:prstGeom prst="rect">
            <a:avLst/>
          </a:prstGeom>
          <a:solidFill>
            <a:srgbClr val="2F6690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895350" y="3429000"/>
            <a:ext cx="28005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Data Requirements</a:t>
            </a: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895350" y="3829050"/>
            <a:ext cx="2800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details, QR codes, supplier information.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4362450" y="3238500"/>
            <a:ext cx="3143400" cy="120030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4362450" y="3238500"/>
            <a:ext cx="3143400" cy="76200"/>
          </a:xfrm>
          <a:prstGeom prst="rect">
            <a:avLst/>
          </a:prstGeom>
          <a:solidFill>
            <a:srgbClr val="2F6690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4533900" y="3429000"/>
            <a:ext cx="28005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Analytics Requirement</a:t>
            </a:r>
            <a:endParaRPr/>
          </a:p>
        </p:txBody>
      </p:sp>
      <p:sp>
        <p:nvSpPr>
          <p:cNvPr id="282" name="Google Shape;282;p8"/>
          <p:cNvSpPr/>
          <p:nvPr/>
        </p:nvSpPr>
        <p:spPr>
          <a:xfrm>
            <a:off x="4533900" y="3829050"/>
            <a:ext cx="2800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Spoilage prediction and dashboard reports.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8001000" y="3238500"/>
            <a:ext cx="3143400" cy="1200300"/>
          </a:xfrm>
          <a:prstGeom prst="roundRect">
            <a:avLst>
              <a:gd name="adj" fmla="val 6349"/>
            </a:avLst>
          </a:prstGeom>
          <a:solidFill>
            <a:srgbClr val="EEF2F6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8001000" y="3238500"/>
            <a:ext cx="3143400" cy="76200"/>
          </a:xfrm>
          <a:prstGeom prst="rect">
            <a:avLst/>
          </a:prstGeom>
          <a:solidFill>
            <a:srgbClr val="2F6690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8172450" y="3429000"/>
            <a:ext cx="28005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Proof Required</a:t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8172450" y="3829050"/>
            <a:ext cx="2800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QR input, prediction output, dashboard.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1104900" y="5934075"/>
            <a:ext cx="9982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6" name="Google Shape;2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9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10572750" y="6381750"/>
            <a:ext cx="10098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07</a:t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609600" y="72390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Python / AI Module Integration</a:t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Python or AI adds intelligence where the product needs it</a:t>
            </a: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sp>
        <p:nvSpPr>
          <p:cNvPr id="302" name="Google Shape;302;p9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723900" y="1600200"/>
            <a:ext cx="57300" cy="1257300"/>
          </a:xfrm>
          <a:prstGeom prst="rect">
            <a:avLst/>
          </a:prstGeom>
          <a:solidFill>
            <a:srgbClr val="1F4E79"/>
          </a:solidFill>
          <a:ln w="9525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9"/>
          <p:cNvSpPr/>
          <p:nvPr/>
        </p:nvSpPr>
        <p:spPr>
          <a:xfrm>
            <a:off x="952500" y="1790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Python Role</a:t>
            </a:r>
            <a:endParaRPr/>
          </a:p>
        </p:txBody>
      </p:sp>
      <p:sp>
        <p:nvSpPr>
          <p:cNvPr id="305" name="Google Shape;305;p9"/>
          <p:cNvSpPr/>
          <p:nvPr/>
        </p:nvSpPr>
        <p:spPr>
          <a:xfrm>
            <a:off x="952500" y="21907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product data and predicts spoilage.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6134100" y="1600200"/>
            <a:ext cx="57300" cy="1257300"/>
          </a:xfrm>
          <a:prstGeom prst="rect">
            <a:avLst/>
          </a:prstGeom>
          <a:solidFill>
            <a:srgbClr val="2F6690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6362700" y="1790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Input and Output</a:t>
            </a:r>
            <a:endParaRPr/>
          </a:p>
        </p:txBody>
      </p:sp>
      <p:sp>
        <p:nvSpPr>
          <p:cNvPr id="309" name="Google Shape;309;p9"/>
          <p:cNvSpPr/>
          <p:nvPr/>
        </p:nvSpPr>
        <p:spPr>
          <a:xfrm>
            <a:off x="6362700" y="2190750"/>
            <a:ext cx="4191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Product information.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Spoilage prediction.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723900" y="3238500"/>
            <a:ext cx="57300" cy="1257300"/>
          </a:xfrm>
          <a:prstGeom prst="rect">
            <a:avLst/>
          </a:prstGeom>
          <a:solidFill>
            <a:srgbClr val="466A8F"/>
          </a:solidFill>
          <a:ln w="9525" cap="flat" cmpd="sng">
            <a:solidFill>
              <a:srgbClr val="466A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952500" y="34290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Execution Point</a:t>
            </a: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952500" y="38290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in cloud backend through REST API.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6134100" y="3238500"/>
            <a:ext cx="57300" cy="1257300"/>
          </a:xfrm>
          <a:prstGeom prst="rect">
            <a:avLst/>
          </a:prstGeom>
          <a:solidFill>
            <a:srgbClr val="7C95AD"/>
          </a:solidFill>
          <a:ln w="9525" cap="flat" cmpd="sng">
            <a:solidFill>
              <a:srgbClr val="7C95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6362700" y="34290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Product Value</a:t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6362700" y="38290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food safety and decision making.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1104900" y="5934075"/>
            <a:ext cx="9982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7" name="Google Shape;32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0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329" name="Google Shape;329;p10"/>
          <p:cNvSpPr/>
          <p:nvPr/>
        </p:nvSpPr>
        <p:spPr>
          <a:xfrm>
            <a:off x="10572750" y="6381750"/>
            <a:ext cx="10098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08</a:t>
            </a:r>
            <a:endParaRPr/>
          </a:p>
        </p:txBody>
      </p:sp>
      <p:sp>
        <p:nvSpPr>
          <p:cNvPr id="330" name="Google Shape;330;p10"/>
          <p:cNvSpPr/>
          <p:nvPr/>
        </p:nvSpPr>
        <p:spPr>
          <a:xfrm>
            <a:off x="609600" y="72390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Security, Scalability, Privacy and Cost Design</a:t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Security, scale, privacy and cost shape the final design</a:t>
            </a:r>
            <a:endParaRPr/>
          </a:p>
        </p:txBody>
      </p:sp>
      <p:sp>
        <p:nvSpPr>
          <p:cNvPr id="332" name="Google Shape;332;p10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sp>
        <p:nvSpPr>
          <p:cNvPr id="333" name="Google Shape;333;p10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0"/>
          <p:cNvSpPr/>
          <p:nvPr/>
        </p:nvSpPr>
        <p:spPr>
          <a:xfrm>
            <a:off x="723900" y="1600200"/>
            <a:ext cx="57300" cy="1257300"/>
          </a:xfrm>
          <a:prstGeom prst="rect">
            <a:avLst/>
          </a:prstGeom>
          <a:solidFill>
            <a:srgbClr val="1F4E79"/>
          </a:solidFill>
          <a:ln w="9525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0"/>
          <p:cNvSpPr/>
          <p:nvPr/>
        </p:nvSpPr>
        <p:spPr>
          <a:xfrm>
            <a:off x="952500" y="1790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</p:txBody>
      </p:sp>
      <p:sp>
        <p:nvSpPr>
          <p:cNvPr id="336" name="Google Shape;336;p10"/>
          <p:cNvSpPr/>
          <p:nvPr/>
        </p:nvSpPr>
        <p:spPr>
          <a:xfrm>
            <a:off x="952500" y="21907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Authentication and encrypted cloud storage.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0"/>
          <p:cNvSpPr/>
          <p:nvPr/>
        </p:nvSpPr>
        <p:spPr>
          <a:xfrm>
            <a:off x="6134100" y="1600200"/>
            <a:ext cx="57300" cy="1257300"/>
          </a:xfrm>
          <a:prstGeom prst="rect">
            <a:avLst/>
          </a:prstGeom>
          <a:solidFill>
            <a:srgbClr val="2F6690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6362700" y="1790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Privacy</a:t>
            </a:r>
            <a:endParaRPr/>
          </a:p>
        </p:txBody>
      </p:sp>
      <p:sp>
        <p:nvSpPr>
          <p:cNvPr id="340" name="Google Shape;340;p10"/>
          <p:cNvSpPr/>
          <p:nvPr/>
        </p:nvSpPr>
        <p:spPr>
          <a:xfrm>
            <a:off x="6362700" y="2190750"/>
            <a:ext cx="4360008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authorized users access product information.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0"/>
          <p:cNvSpPr/>
          <p:nvPr/>
        </p:nvSpPr>
        <p:spPr>
          <a:xfrm>
            <a:off x="723900" y="3238500"/>
            <a:ext cx="57300" cy="1257300"/>
          </a:xfrm>
          <a:prstGeom prst="rect">
            <a:avLst/>
          </a:prstGeom>
          <a:solidFill>
            <a:srgbClr val="466A8F"/>
          </a:solidFill>
          <a:ln w="9525" cap="flat" cmpd="sng">
            <a:solidFill>
              <a:srgbClr val="466A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952500" y="34290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Scalability</a:t>
            </a:r>
            <a:endParaRPr/>
          </a:p>
        </p:txBody>
      </p:sp>
      <p:sp>
        <p:nvSpPr>
          <p:cNvPr id="344" name="Google Shape;344;p10"/>
          <p:cNvSpPr/>
          <p:nvPr/>
        </p:nvSpPr>
        <p:spPr>
          <a:xfrm>
            <a:off x="952500" y="38290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automatically supports increasing users.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0"/>
          <p:cNvSpPr/>
          <p:nvPr/>
        </p:nvSpPr>
        <p:spPr>
          <a:xfrm>
            <a:off x="6134100" y="3238500"/>
            <a:ext cx="57300" cy="1257300"/>
          </a:xfrm>
          <a:prstGeom prst="rect">
            <a:avLst/>
          </a:prstGeom>
          <a:solidFill>
            <a:srgbClr val="7C95AD"/>
          </a:solidFill>
          <a:ln w="9525" cap="flat" cmpd="sng">
            <a:solidFill>
              <a:srgbClr val="7C95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0"/>
          <p:cNvSpPr/>
          <p:nvPr/>
        </p:nvSpPr>
        <p:spPr>
          <a:xfrm>
            <a:off x="6362700" y="34290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Cost Awareness</a:t>
            </a:r>
            <a:endParaRPr/>
          </a:p>
        </p:txBody>
      </p:sp>
      <p:sp>
        <p:nvSpPr>
          <p:cNvPr id="348" name="Google Shape;348;p10"/>
          <p:cNvSpPr/>
          <p:nvPr/>
        </p:nvSpPr>
        <p:spPr>
          <a:xfrm>
            <a:off x="6362700" y="38290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free tier reduces deployment cost.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1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8" name="Google Shape;35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1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360" name="Google Shape;360;p11"/>
          <p:cNvSpPr/>
          <p:nvPr/>
        </p:nvSpPr>
        <p:spPr>
          <a:xfrm>
            <a:off x="10572750" y="6381750"/>
            <a:ext cx="10098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09</a:t>
            </a:r>
            <a:endParaRPr/>
          </a:p>
        </p:txBody>
      </p:sp>
      <p:sp>
        <p:nvSpPr>
          <p:cNvPr id="361" name="Google Shape;361;p11"/>
          <p:cNvSpPr/>
          <p:nvPr/>
        </p:nvSpPr>
        <p:spPr>
          <a:xfrm>
            <a:off x="609600" y="72390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Implementation Stack and Deployment Evidence</a:t>
            </a:r>
            <a:endParaRPr/>
          </a:p>
        </p:txBody>
      </p:sp>
      <p:sp>
        <p:nvSpPr>
          <p:cNvPr id="362" name="Google Shape;362;p11"/>
          <p:cNvSpPr/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Our implementation stack shows how the design will be built</a:t>
            </a:r>
            <a:endParaRPr/>
          </a:p>
        </p:txBody>
      </p:sp>
      <p:sp>
        <p:nvSpPr>
          <p:cNvPr id="363" name="Google Shape;363;p11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sp>
        <p:nvSpPr>
          <p:cNvPr id="364" name="Google Shape;364;p11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1"/>
          <p:cNvSpPr/>
          <p:nvPr/>
        </p:nvSpPr>
        <p:spPr>
          <a:xfrm>
            <a:off x="723900" y="1600200"/>
            <a:ext cx="57300" cy="1257300"/>
          </a:xfrm>
          <a:prstGeom prst="rect">
            <a:avLst/>
          </a:prstGeom>
          <a:solidFill>
            <a:srgbClr val="1F4E79"/>
          </a:solidFill>
          <a:ln w="9525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1"/>
          <p:cNvSpPr/>
          <p:nvPr/>
        </p:nvSpPr>
        <p:spPr>
          <a:xfrm>
            <a:off x="952500" y="1790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Mobile / Web Layer</a:t>
            </a:r>
            <a:endParaRPr/>
          </a:p>
        </p:txBody>
      </p:sp>
      <p:sp>
        <p:nvSpPr>
          <p:cNvPr id="367" name="Google Shape;367;p11"/>
          <p:cNvSpPr/>
          <p:nvPr/>
        </p:nvSpPr>
        <p:spPr>
          <a:xfrm>
            <a:off x="952500" y="21907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dirty="0"/>
              <a:t>Flutter Web / Mobile Application</a:t>
            </a:r>
            <a:endParaRPr dirty="0"/>
          </a:p>
        </p:txBody>
      </p:sp>
      <p:sp>
        <p:nvSpPr>
          <p:cNvPr id="368" name="Google Shape;368;p11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6134100" y="1600200"/>
            <a:ext cx="57300" cy="1257300"/>
          </a:xfrm>
          <a:prstGeom prst="rect">
            <a:avLst/>
          </a:prstGeom>
          <a:solidFill>
            <a:srgbClr val="2F6690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1"/>
          <p:cNvSpPr/>
          <p:nvPr/>
        </p:nvSpPr>
        <p:spPr>
          <a:xfrm>
            <a:off x="6362700" y="1790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Cloud Services</a:t>
            </a:r>
            <a:endParaRPr/>
          </a:p>
        </p:txBody>
      </p:sp>
      <p:sp>
        <p:nvSpPr>
          <p:cNvPr id="371" name="Google Shape;371;p11"/>
          <p:cNvSpPr/>
          <p:nvPr/>
        </p:nvSpPr>
        <p:spPr>
          <a:xfrm>
            <a:off x="6362700" y="21907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Authentication,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Storage, REST API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1"/>
          <p:cNvSpPr/>
          <p:nvPr/>
        </p:nvSpPr>
        <p:spPr>
          <a:xfrm>
            <a:off x="723900" y="3238500"/>
            <a:ext cx="57300" cy="1257300"/>
          </a:xfrm>
          <a:prstGeom prst="rect">
            <a:avLst/>
          </a:prstGeom>
          <a:solidFill>
            <a:srgbClr val="466A8F"/>
          </a:solidFill>
          <a:ln w="9525" cap="flat" cmpd="sng">
            <a:solidFill>
              <a:srgbClr val="466A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1"/>
          <p:cNvSpPr/>
          <p:nvPr/>
        </p:nvSpPr>
        <p:spPr>
          <a:xfrm>
            <a:off x="952500" y="34290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Evidence</a:t>
            </a:r>
            <a:endParaRPr/>
          </a:p>
        </p:txBody>
      </p:sp>
      <p:sp>
        <p:nvSpPr>
          <p:cNvPr id="375" name="Google Shape;375;p11"/>
          <p:cNvSpPr/>
          <p:nvPr/>
        </p:nvSpPr>
        <p:spPr>
          <a:xfrm>
            <a:off x="952500" y="38290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repository, Firebase Console, QR code screenshots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1"/>
          <p:cNvSpPr/>
          <p:nvPr/>
        </p:nvSpPr>
        <p:spPr>
          <a:xfrm>
            <a:off x="6134100" y="3238500"/>
            <a:ext cx="57300" cy="1257300"/>
          </a:xfrm>
          <a:prstGeom prst="rect">
            <a:avLst/>
          </a:prstGeom>
          <a:solidFill>
            <a:srgbClr val="7C95AD"/>
          </a:solidFill>
          <a:ln w="9525" cap="flat" cmpd="sng">
            <a:solidFill>
              <a:srgbClr val="7C95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1"/>
          <p:cNvSpPr/>
          <p:nvPr/>
        </p:nvSpPr>
        <p:spPr>
          <a:xfrm>
            <a:off x="6362700" y="34290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Version Control</a:t>
            </a:r>
            <a:endParaRPr/>
          </a:p>
        </p:txBody>
      </p:sp>
      <p:sp>
        <p:nvSpPr>
          <p:cNvPr id="379" name="Google Shape;379;p11"/>
          <p:cNvSpPr/>
          <p:nvPr/>
        </p:nvSpPr>
        <p:spPr>
          <a:xfrm>
            <a:off x="6362700" y="38290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 with commits and README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2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9" name="Google Shape;389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2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391" name="Google Shape;391;p12"/>
          <p:cNvSpPr/>
          <p:nvPr/>
        </p:nvSpPr>
        <p:spPr>
          <a:xfrm>
            <a:off x="10572750" y="6381750"/>
            <a:ext cx="10098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10</a:t>
            </a:r>
            <a:endParaRPr/>
          </a:p>
        </p:txBody>
      </p:sp>
      <p:sp>
        <p:nvSpPr>
          <p:cNvPr id="392" name="Google Shape;392;p12"/>
          <p:cNvSpPr/>
          <p:nvPr/>
        </p:nvSpPr>
        <p:spPr>
          <a:xfrm>
            <a:off x="609600" y="72390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Demo Storyboard and User Journey</a:t>
            </a:r>
            <a:endParaRPr/>
          </a:p>
        </p:txBody>
      </p:sp>
      <p:sp>
        <p:nvSpPr>
          <p:cNvPr id="393" name="Google Shape;393;p12"/>
          <p:cNvSpPr/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complete user journey proves the product flow</a:t>
            </a:r>
            <a:endParaRPr/>
          </a:p>
        </p:txBody>
      </p:sp>
      <p:sp>
        <p:nvSpPr>
          <p:cNvPr id="394" name="Google Shape;394;p12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sp>
        <p:nvSpPr>
          <p:cNvPr id="395" name="Google Shape;395;p12"/>
          <p:cNvSpPr/>
          <p:nvPr/>
        </p:nvSpPr>
        <p:spPr>
          <a:xfrm>
            <a:off x="723900" y="1581150"/>
            <a:ext cx="3043115" cy="116205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2"/>
          <p:cNvSpPr/>
          <p:nvPr/>
        </p:nvSpPr>
        <p:spPr>
          <a:xfrm>
            <a:off x="895350" y="173355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Scene 1</a:t>
            </a:r>
            <a:endParaRPr/>
          </a:p>
        </p:txBody>
      </p:sp>
      <p:sp>
        <p:nvSpPr>
          <p:cNvPr id="397" name="Google Shape;397;p12"/>
          <p:cNvSpPr/>
          <p:nvPr/>
        </p:nvSpPr>
        <p:spPr>
          <a:xfrm>
            <a:off x="895350" y="2095500"/>
            <a:ext cx="2705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logs into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FoodTrace</a:t>
            </a:r>
            <a:r>
              <a:rPr lang="en-IN" dirty="0"/>
              <a:t>.</a:t>
            </a:r>
            <a:endParaRPr dirty="0"/>
          </a:p>
        </p:txBody>
      </p:sp>
      <p:sp>
        <p:nvSpPr>
          <p:cNvPr id="398" name="Google Shape;398;p12"/>
          <p:cNvSpPr/>
          <p:nvPr/>
        </p:nvSpPr>
        <p:spPr>
          <a:xfrm>
            <a:off x="4362450" y="1581150"/>
            <a:ext cx="3143400" cy="11620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2"/>
          <p:cNvSpPr/>
          <p:nvPr/>
        </p:nvSpPr>
        <p:spPr>
          <a:xfrm>
            <a:off x="4533900" y="173355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Scene 2</a:t>
            </a:r>
            <a:endParaRPr/>
          </a:p>
        </p:txBody>
      </p:sp>
      <p:sp>
        <p:nvSpPr>
          <p:cNvPr id="400" name="Google Shape;400;p12"/>
          <p:cNvSpPr/>
          <p:nvPr/>
        </p:nvSpPr>
        <p:spPr>
          <a:xfrm>
            <a:off x="4533900" y="2095500"/>
            <a:ext cx="2705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uploads product information.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8001000" y="1581150"/>
            <a:ext cx="3086100" cy="116205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2"/>
          <p:cNvSpPr/>
          <p:nvPr/>
        </p:nvSpPr>
        <p:spPr>
          <a:xfrm>
            <a:off x="8172450" y="173355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Scene 3</a:t>
            </a:r>
            <a:endParaRPr/>
          </a:p>
        </p:txBody>
      </p:sp>
      <p:sp>
        <p:nvSpPr>
          <p:cNvPr id="403" name="Google Shape;403;p12"/>
          <p:cNvSpPr/>
          <p:nvPr/>
        </p:nvSpPr>
        <p:spPr>
          <a:xfrm>
            <a:off x="8172450" y="2095500"/>
            <a:ext cx="2705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generates a QR code.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723900" y="3314700"/>
            <a:ext cx="3143400" cy="12384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2"/>
          <p:cNvSpPr/>
          <p:nvPr/>
        </p:nvSpPr>
        <p:spPr>
          <a:xfrm>
            <a:off x="895350" y="34671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Scene 4</a:t>
            </a:r>
            <a:endParaRPr/>
          </a:p>
        </p:txBody>
      </p:sp>
      <p:sp>
        <p:nvSpPr>
          <p:cNvPr id="406" name="Google Shape;406;p12"/>
          <p:cNvSpPr/>
          <p:nvPr/>
        </p:nvSpPr>
        <p:spPr>
          <a:xfrm>
            <a:off x="895350" y="3829050"/>
            <a:ext cx="2705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scans the QR code.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4362450" y="3314700"/>
            <a:ext cx="3143400" cy="123840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2"/>
          <p:cNvSpPr/>
          <p:nvPr/>
        </p:nvSpPr>
        <p:spPr>
          <a:xfrm>
            <a:off x="4533900" y="34671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Scene 5</a:t>
            </a:r>
            <a:endParaRPr/>
          </a:p>
        </p:txBody>
      </p:sp>
      <p:sp>
        <p:nvSpPr>
          <p:cNvPr id="409" name="Google Shape;409;p12"/>
          <p:cNvSpPr/>
          <p:nvPr/>
        </p:nvSpPr>
        <p:spPr>
          <a:xfrm>
            <a:off x="4533900" y="3829050"/>
            <a:ext cx="2859454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predicts product spoilage.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8001000" y="3314700"/>
            <a:ext cx="3143400" cy="12384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2"/>
          <p:cNvSpPr/>
          <p:nvPr/>
        </p:nvSpPr>
        <p:spPr>
          <a:xfrm>
            <a:off x="8172450" y="34671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Scene 6</a:t>
            </a:r>
            <a:endParaRPr/>
          </a:p>
        </p:txBody>
      </p:sp>
      <p:sp>
        <p:nvSpPr>
          <p:cNvPr id="412" name="Google Shape;412;p12"/>
          <p:cNvSpPr/>
          <p:nvPr/>
        </p:nvSpPr>
        <p:spPr>
          <a:xfrm>
            <a:off x="8172450" y="3829050"/>
            <a:ext cx="2705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displays reports and alerts</a:t>
            </a:r>
            <a:r>
              <a:rPr lang="en-IN" dirty="0"/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3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2" name="Google Shape;422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13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424" name="Google Shape;424;p13"/>
          <p:cNvSpPr/>
          <p:nvPr/>
        </p:nvSpPr>
        <p:spPr>
          <a:xfrm>
            <a:off x="10572750" y="6381750"/>
            <a:ext cx="10098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11</a:t>
            </a:r>
            <a:endParaRPr/>
          </a:p>
        </p:txBody>
      </p:sp>
      <p:sp>
        <p:nvSpPr>
          <p:cNvPr id="425" name="Google Shape;425;p13"/>
          <p:cNvSpPr/>
          <p:nvPr/>
        </p:nvSpPr>
        <p:spPr>
          <a:xfrm>
            <a:off x="609600" y="72390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Evaluation Readiness Checklist</a:t>
            </a:r>
            <a:endParaRPr/>
          </a:p>
        </p:txBody>
      </p:sp>
      <p:sp>
        <p:nvSpPr>
          <p:cNvPr id="426" name="Google Shape;426;p13"/>
          <p:cNvSpPr/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Our evidence confirms that the presentation is ready</a:t>
            </a:r>
            <a:endParaRPr/>
          </a:p>
        </p:txBody>
      </p:sp>
      <p:sp>
        <p:nvSpPr>
          <p:cNvPr id="427" name="Google Shape;427;p13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sp>
        <p:nvSpPr>
          <p:cNvPr id="428" name="Google Shape;428;p13"/>
          <p:cNvSpPr/>
          <p:nvPr/>
        </p:nvSpPr>
        <p:spPr>
          <a:xfrm>
            <a:off x="952500" y="1619250"/>
            <a:ext cx="4762500" cy="743100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3"/>
          <p:cNvSpPr/>
          <p:nvPr/>
        </p:nvSpPr>
        <p:spPr>
          <a:xfrm>
            <a:off x="1143000" y="1847850"/>
            <a:ext cx="349738" cy="2859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✅</a:t>
            </a:r>
            <a:endParaRPr dirty="0"/>
          </a:p>
        </p:txBody>
      </p:sp>
      <p:sp>
        <p:nvSpPr>
          <p:cNvPr id="430" name="Google Shape;430;p13"/>
          <p:cNvSpPr/>
          <p:nvPr/>
        </p:nvSpPr>
        <p:spPr>
          <a:xfrm>
            <a:off x="1581150" y="17907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Cloud ecosystem and service model explained</a:t>
            </a:r>
            <a:endParaRPr dirty="0"/>
          </a:p>
        </p:txBody>
      </p:sp>
      <p:sp>
        <p:nvSpPr>
          <p:cNvPr id="431" name="Google Shape;431;p13"/>
          <p:cNvSpPr/>
          <p:nvPr/>
        </p:nvSpPr>
        <p:spPr>
          <a:xfrm>
            <a:off x="952500" y="2686050"/>
            <a:ext cx="4762500" cy="7431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3"/>
          <p:cNvSpPr/>
          <p:nvPr/>
        </p:nvSpPr>
        <p:spPr>
          <a:xfrm>
            <a:off x="1143000" y="2914650"/>
            <a:ext cx="349738" cy="2859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✅</a:t>
            </a:r>
            <a:endParaRPr dirty="0"/>
          </a:p>
        </p:txBody>
      </p:sp>
      <p:sp>
        <p:nvSpPr>
          <p:cNvPr id="433" name="Google Shape;433;p13"/>
          <p:cNvSpPr/>
          <p:nvPr/>
        </p:nvSpPr>
        <p:spPr>
          <a:xfrm>
            <a:off x="1581150" y="28575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REST/SOAP/API role connected to capstone</a:t>
            </a:r>
            <a:endParaRPr/>
          </a:p>
        </p:txBody>
      </p:sp>
      <p:sp>
        <p:nvSpPr>
          <p:cNvPr id="434" name="Google Shape;434;p13"/>
          <p:cNvSpPr/>
          <p:nvPr/>
        </p:nvSpPr>
        <p:spPr>
          <a:xfrm>
            <a:off x="952500" y="3752850"/>
            <a:ext cx="4762500" cy="743100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3"/>
          <p:cNvSpPr/>
          <p:nvPr/>
        </p:nvSpPr>
        <p:spPr>
          <a:xfrm>
            <a:off x="1143000" y="3981450"/>
            <a:ext cx="349738" cy="2859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/>
              <a:t>✅</a:t>
            </a:r>
            <a:endParaRPr dirty="0"/>
          </a:p>
        </p:txBody>
      </p:sp>
      <p:sp>
        <p:nvSpPr>
          <p:cNvPr id="436" name="Google Shape;436;p13"/>
          <p:cNvSpPr/>
          <p:nvPr/>
        </p:nvSpPr>
        <p:spPr>
          <a:xfrm>
            <a:off x="1581150" y="39243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Architecture has compute, data, storage, security, monitoring</a:t>
            </a:r>
            <a:endParaRPr/>
          </a:p>
        </p:txBody>
      </p:sp>
      <p:sp>
        <p:nvSpPr>
          <p:cNvPr id="437" name="Google Shape;437;p13"/>
          <p:cNvSpPr/>
          <p:nvPr/>
        </p:nvSpPr>
        <p:spPr>
          <a:xfrm>
            <a:off x="6572250" y="1619250"/>
            <a:ext cx="4762500" cy="7431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13"/>
          <p:cNvSpPr/>
          <p:nvPr/>
        </p:nvSpPr>
        <p:spPr>
          <a:xfrm>
            <a:off x="6762750" y="1847850"/>
            <a:ext cx="380512" cy="2859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✅</a:t>
            </a:r>
            <a:endParaRPr dirty="0"/>
          </a:p>
        </p:txBody>
      </p:sp>
      <p:sp>
        <p:nvSpPr>
          <p:cNvPr id="439" name="Google Shape;439;p13"/>
          <p:cNvSpPr/>
          <p:nvPr/>
        </p:nvSpPr>
        <p:spPr>
          <a:xfrm>
            <a:off x="7200900" y="17907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Elasticity and scalability decisions are visible</a:t>
            </a:r>
            <a:endParaRPr/>
          </a:p>
        </p:txBody>
      </p:sp>
      <p:sp>
        <p:nvSpPr>
          <p:cNvPr id="440" name="Google Shape;440;p13"/>
          <p:cNvSpPr/>
          <p:nvPr/>
        </p:nvSpPr>
        <p:spPr>
          <a:xfrm>
            <a:off x="6572250" y="2686050"/>
            <a:ext cx="4762500" cy="743100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13"/>
          <p:cNvSpPr/>
          <p:nvPr/>
        </p:nvSpPr>
        <p:spPr>
          <a:xfrm>
            <a:off x="6762750" y="2914650"/>
            <a:ext cx="380512" cy="2859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/>
              <a:t>✅</a:t>
            </a:r>
            <a:endParaRPr/>
          </a:p>
        </p:txBody>
      </p:sp>
      <p:sp>
        <p:nvSpPr>
          <p:cNvPr id="442" name="Google Shape;442;p13"/>
          <p:cNvSpPr/>
          <p:nvPr/>
        </p:nvSpPr>
        <p:spPr>
          <a:xfrm>
            <a:off x="7200900" y="28575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GitHub and cloud evidence are inspectable</a:t>
            </a:r>
            <a:endParaRPr/>
          </a:p>
        </p:txBody>
      </p:sp>
      <p:sp>
        <p:nvSpPr>
          <p:cNvPr id="443" name="Google Shape;443;p13"/>
          <p:cNvSpPr/>
          <p:nvPr/>
        </p:nvSpPr>
        <p:spPr>
          <a:xfrm>
            <a:off x="6572250" y="3752850"/>
            <a:ext cx="4762500" cy="7431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3"/>
          <p:cNvSpPr/>
          <p:nvPr/>
        </p:nvSpPr>
        <p:spPr>
          <a:xfrm>
            <a:off x="6762750" y="3981450"/>
            <a:ext cx="285900" cy="2859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3"/>
          <p:cNvSpPr/>
          <p:nvPr/>
        </p:nvSpPr>
        <p:spPr>
          <a:xfrm>
            <a:off x="7200900" y="39243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References and integrity statement are included</a:t>
            </a:r>
            <a:endParaRPr/>
          </a:p>
        </p:txBody>
      </p:sp>
      <p:sp>
        <p:nvSpPr>
          <p:cNvPr id="446" name="Google Shape;446;p13"/>
          <p:cNvSpPr/>
          <p:nvPr/>
        </p:nvSpPr>
        <p:spPr>
          <a:xfrm>
            <a:off x="2095500" y="4953000"/>
            <a:ext cx="8001000" cy="705000"/>
          </a:xfrm>
          <a:prstGeom prst="roundRect">
            <a:avLst>
              <a:gd name="adj" fmla="val 10811"/>
            </a:avLst>
          </a:prstGeom>
          <a:solidFill>
            <a:srgbClr val="E8F1F8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3"/>
          <p:cNvSpPr/>
          <p:nvPr/>
        </p:nvSpPr>
        <p:spPr>
          <a:xfrm>
            <a:off x="2095500" y="4953000"/>
            <a:ext cx="8001000" cy="76200"/>
          </a:xfrm>
          <a:prstGeom prst="rect">
            <a:avLst/>
          </a:prstGeom>
          <a:solidFill>
            <a:srgbClr val="2F6690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3"/>
          <p:cNvSpPr/>
          <p:nvPr/>
        </p:nvSpPr>
        <p:spPr>
          <a:xfrm>
            <a:off x="2266950" y="5095800"/>
            <a:ext cx="76581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Evaluator Focus</a:t>
            </a:r>
            <a:endParaRPr dirty="0"/>
          </a:p>
        </p:txBody>
      </p:sp>
      <p:sp>
        <p:nvSpPr>
          <p:cNvPr id="449" name="Google Shape;449;p13"/>
          <p:cNvSpPr/>
          <p:nvPr/>
        </p:nvSpPr>
        <p:spPr>
          <a:xfrm rot="10800000" flipH="1" flipV="1">
            <a:off x="2266950" y="5314950"/>
            <a:ext cx="76581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dirty="0">
                <a:solidFill>
                  <a:srgbClr val="172033"/>
                </a:solidFill>
                <a:latin typeface="Calibri"/>
                <a:ea typeface="Calibri"/>
                <a:cs typeface="Calibri"/>
                <a:sym typeface="Calibri"/>
              </a:rPr>
              <a:t>CO1 is verified through cloud design reasoning, service choices, evidence, and individual explanation.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4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9" name="Google Shape;45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4"/>
          <p:cNvSpPr/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CSA15 | Cloud Computing and Big Data Analytics</a:t>
            </a:r>
            <a:endParaRPr/>
          </a:p>
        </p:txBody>
      </p:sp>
      <p:sp>
        <p:nvSpPr>
          <p:cNvPr id="461" name="Google Shape;461;p14"/>
          <p:cNvSpPr/>
          <p:nvPr/>
        </p:nvSpPr>
        <p:spPr>
          <a:xfrm>
            <a:off x="10572750" y="6381750"/>
            <a:ext cx="10098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CO1 AT3 | 12</a:t>
            </a:r>
            <a:endParaRPr/>
          </a:p>
        </p:txBody>
      </p:sp>
      <p:sp>
        <p:nvSpPr>
          <p:cNvPr id="462" name="Google Shape;462;p14"/>
          <p:cNvSpPr/>
          <p:nvPr/>
        </p:nvSpPr>
        <p:spPr>
          <a:xfrm>
            <a:off x="609600" y="72390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Conclusion, Limitations and Future Scope</a:t>
            </a:r>
            <a:endParaRPr/>
          </a:p>
        </p:txBody>
      </p:sp>
      <p:sp>
        <p:nvSpPr>
          <p:cNvPr id="463" name="Google Shape;463;p14"/>
          <p:cNvSpPr/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We close with learning, limitations and next steps</a:t>
            </a:r>
            <a:endParaRPr/>
          </a:p>
        </p:txBody>
      </p:sp>
      <p:sp>
        <p:nvSpPr>
          <p:cNvPr id="464" name="Google Shape;464;p14"/>
          <p:cNvSpPr/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Individual student submission template | Department of Computer Science and Engineering</a:t>
            </a:r>
            <a:endParaRPr/>
          </a:p>
        </p:txBody>
      </p:sp>
      <p:sp>
        <p:nvSpPr>
          <p:cNvPr id="465" name="Google Shape;465;p14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14"/>
          <p:cNvSpPr/>
          <p:nvPr/>
        </p:nvSpPr>
        <p:spPr>
          <a:xfrm>
            <a:off x="723900" y="1600200"/>
            <a:ext cx="57300" cy="1257300"/>
          </a:xfrm>
          <a:prstGeom prst="rect">
            <a:avLst/>
          </a:prstGeom>
          <a:solidFill>
            <a:srgbClr val="1F4E79"/>
          </a:solidFill>
          <a:ln w="9525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4"/>
          <p:cNvSpPr/>
          <p:nvPr/>
        </p:nvSpPr>
        <p:spPr>
          <a:xfrm>
            <a:off x="952500" y="1790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Learning Outcome</a:t>
            </a:r>
            <a:endParaRPr/>
          </a:p>
        </p:txBody>
      </p:sp>
      <p:sp>
        <p:nvSpPr>
          <p:cNvPr id="468" name="Google Shape;468;p14"/>
          <p:cNvSpPr/>
          <p:nvPr/>
        </p:nvSpPr>
        <p:spPr>
          <a:xfrm>
            <a:off x="952500" y="21907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cloud computing, REST APIs, Firebase, and QR integration.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9" name="Google Shape;469;p14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14"/>
          <p:cNvSpPr/>
          <p:nvPr/>
        </p:nvSpPr>
        <p:spPr>
          <a:xfrm>
            <a:off x="6134100" y="1600200"/>
            <a:ext cx="57300" cy="1257300"/>
          </a:xfrm>
          <a:prstGeom prst="rect">
            <a:avLst/>
          </a:prstGeom>
          <a:solidFill>
            <a:srgbClr val="2F6690"/>
          </a:solidFill>
          <a:ln w="9525" cap="flat" cmpd="sng">
            <a:solidFill>
              <a:srgbClr val="2F66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4"/>
          <p:cNvSpPr/>
          <p:nvPr/>
        </p:nvSpPr>
        <p:spPr>
          <a:xfrm>
            <a:off x="6362700" y="1790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/>
          </a:p>
        </p:txBody>
      </p:sp>
      <p:sp>
        <p:nvSpPr>
          <p:cNvPr id="472" name="Google Shape;472;p14"/>
          <p:cNvSpPr/>
          <p:nvPr/>
        </p:nvSpPr>
        <p:spPr>
          <a:xfrm>
            <a:off x="6362700" y="2190750"/>
            <a:ext cx="434437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connection and limited sensor integration</a:t>
            </a:r>
            <a:r>
              <a:rPr lang="en-IN" dirty="0"/>
              <a:t>.</a:t>
            </a:r>
            <a:endParaRPr dirty="0"/>
          </a:p>
        </p:txBody>
      </p:sp>
      <p:sp>
        <p:nvSpPr>
          <p:cNvPr id="473" name="Google Shape;473;p14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4"/>
          <p:cNvSpPr/>
          <p:nvPr/>
        </p:nvSpPr>
        <p:spPr>
          <a:xfrm>
            <a:off x="723900" y="3238500"/>
            <a:ext cx="57300" cy="1257300"/>
          </a:xfrm>
          <a:prstGeom prst="rect">
            <a:avLst/>
          </a:prstGeom>
          <a:solidFill>
            <a:srgbClr val="466A8F"/>
          </a:solidFill>
          <a:ln w="9525" cap="flat" cmpd="sng">
            <a:solidFill>
              <a:srgbClr val="466A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4"/>
          <p:cNvSpPr/>
          <p:nvPr/>
        </p:nvSpPr>
        <p:spPr>
          <a:xfrm>
            <a:off x="952500" y="34290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Future Improvement</a:t>
            </a:r>
            <a:endParaRPr/>
          </a:p>
        </p:txBody>
      </p:sp>
      <p:sp>
        <p:nvSpPr>
          <p:cNvPr id="476" name="Google Shape;476;p14"/>
          <p:cNvSpPr/>
          <p:nvPr/>
        </p:nvSpPr>
        <p:spPr>
          <a:xfrm>
            <a:off x="952500" y="3829050"/>
            <a:ext cx="4385408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IoT sensors, blockchain, and advanced AI prediction.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7" name="Google Shape;477;p14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 cap="flat" cmpd="sng">
            <a:solidFill>
              <a:srgbClr val="B7C9D9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9525" dir="540000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4"/>
          <p:cNvSpPr/>
          <p:nvPr/>
        </p:nvSpPr>
        <p:spPr>
          <a:xfrm>
            <a:off x="6134100" y="3238500"/>
            <a:ext cx="57300" cy="1257300"/>
          </a:xfrm>
          <a:prstGeom prst="rect">
            <a:avLst/>
          </a:prstGeom>
          <a:solidFill>
            <a:srgbClr val="7C95AD"/>
          </a:solidFill>
          <a:ln w="9525" cap="flat" cmpd="sng">
            <a:solidFill>
              <a:srgbClr val="7C95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4"/>
          <p:cNvSpPr/>
          <p:nvPr/>
        </p:nvSpPr>
        <p:spPr>
          <a:xfrm>
            <a:off x="6362700" y="34290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Integrity Statement</a:t>
            </a:r>
            <a:endParaRPr/>
          </a:p>
        </p:txBody>
      </p:sp>
      <p:sp>
        <p:nvSpPr>
          <p:cNvPr id="480" name="Google Shape;480;p14"/>
          <p:cNvSpPr/>
          <p:nvPr/>
        </p:nvSpPr>
        <p:spPr>
          <a:xfrm>
            <a:off x="6362699" y="3829050"/>
            <a:ext cx="434437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developed for academic purposes using Firebase, Python, GitHub, and QR technologies.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1311</Words>
  <Application>Microsoft Office PowerPoint</Application>
  <PresentationFormat>Widescreen</PresentationFormat>
  <Paragraphs>229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Mohan kumar Vallapu</cp:lastModifiedBy>
  <cp:revision>1</cp:revision>
  <dcterms:modified xsi:type="dcterms:W3CDTF">2026-07-21T05:32:14Z</dcterms:modified>
</cp:coreProperties>
</file>